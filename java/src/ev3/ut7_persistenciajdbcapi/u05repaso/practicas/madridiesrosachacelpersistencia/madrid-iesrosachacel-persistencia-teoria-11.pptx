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5"/>
  </p:notesMasterIdLst>
  <p:sldIdLst>
    <p:sldId id="256" r:id="rId2"/>
    <p:sldId id="258" r:id="rId3"/>
    <p:sldId id="259" r:id="rId4"/>
    <p:sldId id="268" r:id="rId5"/>
    <p:sldId id="260" r:id="rId6"/>
    <p:sldId id="269" r:id="rId7"/>
    <p:sldId id="261" r:id="rId8"/>
    <p:sldId id="262" r:id="rId9"/>
    <p:sldId id="263" r:id="rId10"/>
    <p:sldId id="264" r:id="rId11"/>
    <p:sldId id="265" r:id="rId12"/>
    <p:sldId id="266" r:id="rId13"/>
    <p:sldId id="267" r:id="rId14"/>
    <p:sldId id="270" r:id="rId15"/>
    <p:sldId id="271" r:id="rId16"/>
    <p:sldId id="272" r:id="rId17"/>
    <p:sldId id="273" r:id="rId18"/>
    <p:sldId id="274" r:id="rId19"/>
    <p:sldId id="275" r:id="rId20"/>
    <p:sldId id="278" r:id="rId21"/>
    <p:sldId id="276" r:id="rId22"/>
    <p:sldId id="277" r:id="rId23"/>
    <p:sldId id="279" r:id="rId24"/>
  </p:sldIdLst>
  <p:sldSz cx="12192000" cy="6858000"/>
  <p:notesSz cx="7559675" cy="106918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45" d="100"/>
          <a:sy n="145" d="100"/>
        </p:scale>
        <p:origin x="138" y="30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4281488" y="0"/>
            <a:ext cx="3276600" cy="536575"/>
          </a:xfrm>
          <a:prstGeom prst="rect">
            <a:avLst/>
          </a:prstGeom>
        </p:spPr>
        <p:txBody>
          <a:bodyPr vert="horz" lIns="91440" tIns="45720" rIns="91440" bIns="45720" rtlCol="0"/>
          <a:lstStyle>
            <a:lvl1pPr algn="r">
              <a:defRPr sz="1200"/>
            </a:lvl1pPr>
          </a:lstStyle>
          <a:p>
            <a:fld id="{D0D6ABAC-8AE8-4FB9-8CC8-5E160D159227}" type="datetimeFigureOut">
              <a:rPr lang="es-ES" smtClean="0"/>
              <a:t>02/05/2023</a:t>
            </a:fld>
            <a:endParaRPr lang="es-ES"/>
          </a:p>
        </p:txBody>
      </p:sp>
      <p:sp>
        <p:nvSpPr>
          <p:cNvPr id="4" name="Marcador de imagen de diapositiva 3"/>
          <p:cNvSpPr>
            <a:spLocks noGrp="1" noRot="1" noChangeAspect="1"/>
          </p:cNvSpPr>
          <p:nvPr>
            <p:ph type="sldImg" idx="2"/>
          </p:nvPr>
        </p:nvSpPr>
        <p:spPr>
          <a:xfrm>
            <a:off x="573088" y="1336675"/>
            <a:ext cx="6413500" cy="3608388"/>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755650" y="5145088"/>
            <a:ext cx="6048375" cy="42100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10155238"/>
            <a:ext cx="3276600" cy="536575"/>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4281488" y="10155238"/>
            <a:ext cx="3276600" cy="536575"/>
          </a:xfrm>
          <a:prstGeom prst="rect">
            <a:avLst/>
          </a:prstGeom>
        </p:spPr>
        <p:txBody>
          <a:bodyPr vert="horz" lIns="91440" tIns="45720" rIns="91440" bIns="45720" rtlCol="0" anchor="b"/>
          <a:lstStyle>
            <a:lvl1pPr algn="r">
              <a:defRPr sz="1200"/>
            </a:lvl1pPr>
          </a:lstStyle>
          <a:p>
            <a:fld id="{A357C0F7-48D3-42C8-9F2F-F4C8C94A1F9C}" type="slidenum">
              <a:rPr lang="es-ES" smtClean="0"/>
              <a:t>‹Nº›</a:t>
            </a:fld>
            <a:endParaRPr lang="es-ES"/>
          </a:p>
        </p:txBody>
      </p:sp>
    </p:spTree>
    <p:extLst>
      <p:ext uri="{BB962C8B-B14F-4D97-AF65-F5344CB8AC3E}">
        <p14:creationId xmlns:p14="http://schemas.microsoft.com/office/powerpoint/2010/main" val="16020791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
        <p:cNvGrpSpPr/>
        <p:nvPr/>
      </p:nvGrpSpPr>
      <p:grpSpPr>
        <a:xfrm>
          <a:off x="0" y="0"/>
          <a:ext cx="0" cy="0"/>
          <a:chOff x="0" y="0"/>
          <a:chExt cx="0" cy="0"/>
        </a:xfrm>
      </p:grpSpPr>
      <p:sp>
        <p:nvSpPr>
          <p:cNvPr id="67" name="Shape 67"/>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68" name="Shape 68"/>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a:spcBef>
                <a:spcPts val="0"/>
              </a:spcBef>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
        <p:cNvGrpSpPr/>
        <p:nvPr/>
      </p:nvGrpSpPr>
      <p:grpSpPr>
        <a:xfrm>
          <a:off x="0" y="0"/>
          <a:ext cx="0" cy="0"/>
          <a:chOff x="0" y="0"/>
          <a:chExt cx="0" cy="0"/>
        </a:xfrm>
      </p:grpSpPr>
      <p:sp>
        <p:nvSpPr>
          <p:cNvPr id="73" name="Shape 73"/>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74" name="Shape 74"/>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a:spcBef>
                <a:spcPts val="0"/>
              </a:spcBef>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
        <p:cNvGrpSpPr/>
        <p:nvPr/>
      </p:nvGrpSpPr>
      <p:grpSpPr>
        <a:xfrm>
          <a:off x="0" y="0"/>
          <a:ext cx="0" cy="0"/>
          <a:chOff x="0" y="0"/>
          <a:chExt cx="0" cy="0"/>
        </a:xfrm>
      </p:grpSpPr>
      <p:sp>
        <p:nvSpPr>
          <p:cNvPr id="73" name="Shape 73"/>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74" name="Shape 74"/>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a:spcBef>
                <a:spcPts val="0"/>
              </a:spcBef>
              <a:buNone/>
            </a:pPr>
            <a:endParaRPr/>
          </a:p>
        </p:txBody>
      </p:sp>
    </p:spTree>
    <p:extLst>
      <p:ext uri="{BB962C8B-B14F-4D97-AF65-F5344CB8AC3E}">
        <p14:creationId xmlns:p14="http://schemas.microsoft.com/office/powerpoint/2010/main" val="407636296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
        <p:cNvGrpSpPr/>
        <p:nvPr/>
      </p:nvGrpSpPr>
      <p:grpSpPr>
        <a:xfrm>
          <a:off x="0" y="0"/>
          <a:ext cx="0" cy="0"/>
          <a:chOff x="0" y="0"/>
          <a:chExt cx="0" cy="0"/>
        </a:xfrm>
      </p:grpSpPr>
      <p:sp>
        <p:nvSpPr>
          <p:cNvPr id="79" name="Shape 7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80" name="Shape 80"/>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a:spcBef>
                <a:spcPts val="0"/>
              </a:spcBef>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Shape 85"/>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86" name="Shape 86"/>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a:spcBef>
                <a:spcPts val="0"/>
              </a:spcBef>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Shape 91"/>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92" name="Shape 92"/>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rtl="0">
              <a:spcBef>
                <a:spcPts val="0"/>
              </a:spcBef>
              <a:buNone/>
            </a:pPr>
            <a:r>
              <a:rPr lang="es"/>
              <a:t>Para las rutas de archivo utilizar el separador de directorios "/". en lugar de "\", aunque estemos en Windows.</a:t>
            </a:r>
          </a:p>
          <a:p>
            <a:pPr lvl="0" rtl="0">
              <a:spcBef>
                <a:spcPts val="0"/>
              </a:spcBef>
              <a:buNone/>
            </a:pPr>
            <a:r>
              <a:rPr lang="es"/>
              <a:t>JAVA es multiplataforma y por eso funcionan ambos separadores, sin embargo, si utilizamos "\", debemos "escaparlo" con otro "\" por delante.</a:t>
            </a:r>
          </a:p>
          <a:p>
            <a:pPr lvl="0" rtl="0">
              <a:spcBef>
                <a:spcPts val="0"/>
              </a:spcBef>
              <a:buNone/>
            </a:pPr>
            <a:r>
              <a:rPr lang="es"/>
              <a:t>Ej. "C:\\temp\\prueba.txt" sería equivalente a "C:/temp/prueba.txt"</a:t>
            </a:r>
          </a:p>
          <a:p>
            <a:pPr lvl="0" rtl="0">
              <a:spcBef>
                <a:spcPts val="0"/>
              </a:spcBef>
              <a:buNone/>
            </a:pPr>
            <a:r>
              <a:rPr lang="es"/>
              <a:t>==============</a:t>
            </a:r>
          </a:p>
          <a:p>
            <a:pPr lvl="0" rtl="0">
              <a:spcBef>
                <a:spcPts val="0"/>
              </a:spcBef>
              <a:buNone/>
            </a:pPr>
            <a:r>
              <a:rPr lang="es"/>
              <a:t>Ejercicio 0:</a:t>
            </a:r>
          </a:p>
          <a:p>
            <a:pPr lvl="0" rtl="0">
              <a:spcBef>
                <a:spcPts val="0"/>
              </a:spcBef>
              <a:buClr>
                <a:srgbClr val="000000"/>
              </a:buClr>
              <a:buSzPct val="100000"/>
              <a:buFont typeface="Arial"/>
              <a:buNone/>
            </a:pPr>
            <a:r>
              <a:rPr lang="es"/>
              <a:t>- Hacer un programa que muestre el contenido de un fichero de texto.</a:t>
            </a:r>
          </a:p>
          <a:p>
            <a:pPr lvl="0" rtl="0">
              <a:spcBef>
                <a:spcPts val="0"/>
              </a:spcBef>
              <a:buNone/>
            </a:pPr>
            <a:r>
              <a:rPr lang="es"/>
              <a:t>- Mejorar el programa para que informe de cuántas líneas tiene ese archivo de texto.</a:t>
            </a:r>
          </a:p>
          <a:p>
            <a:pPr lvl="0" rtl="0">
              <a:spcBef>
                <a:spcPts val="0"/>
              </a:spcBef>
              <a:buNone/>
            </a:pPr>
            <a:r>
              <a:rPr lang="es"/>
              <a:t>- Modificar el programa anterior para que muestre por pantalla cada línea de texto del fichero precedida por el num. de línea que ocupa, seguido del carácter "dos puntos".</a:t>
            </a:r>
          </a:p>
          <a:p>
            <a:pPr lvl="0" rtl="0">
              <a:spcBef>
                <a:spcPts val="0"/>
              </a:spcBef>
              <a:buClr>
                <a:srgbClr val="000000"/>
              </a:buClr>
              <a:buSzPct val="100000"/>
              <a:buFont typeface="Arial"/>
              <a:buNone/>
            </a:pPr>
            <a:r>
              <a:rPr lang="es"/>
              <a:t>==============</a:t>
            </a:r>
          </a:p>
          <a:p>
            <a:pPr lvl="0" rtl="0">
              <a:spcBef>
                <a:spcPts val="0"/>
              </a:spcBef>
              <a:buNone/>
            </a:pPr>
            <a:r>
              <a:rPr lang="es"/>
              <a:t>Ejercicio1:</a:t>
            </a:r>
          </a:p>
          <a:p>
            <a:pPr marL="0" marR="0" lvl="0" indent="0" algn="l" rtl="0">
              <a:lnSpc>
                <a:spcPct val="100000"/>
              </a:lnSpc>
              <a:spcBef>
                <a:spcPts val="0"/>
              </a:spcBef>
              <a:spcAft>
                <a:spcPts val="0"/>
              </a:spcAft>
              <a:buNone/>
            </a:pPr>
            <a:r>
              <a:rPr lang="es"/>
              <a:t>Crear un archivo clientes.txt con el formato: nombre:apellido \n ....\n</a:t>
            </a:r>
          </a:p>
          <a:p>
            <a:pPr marL="0" marR="0" lvl="0" indent="0" algn="l" rtl="0">
              <a:lnSpc>
                <a:spcPct val="100000"/>
              </a:lnSpc>
              <a:spcBef>
                <a:spcPts val="0"/>
              </a:spcBef>
              <a:spcAft>
                <a:spcPts val="0"/>
              </a:spcAft>
              <a:buNone/>
            </a:pPr>
            <a:r>
              <a:rPr lang="es"/>
              <a:t>Hacer clase Persona(dni, ape || create(dni,ape), saludar() "Hola, soy &lt;nom&gt;, con DNI &lt;dni&gt;").</a:t>
            </a:r>
          </a:p>
          <a:p>
            <a:pPr marL="0" marR="0" lvl="0" indent="0" algn="l" rtl="0">
              <a:lnSpc>
                <a:spcPct val="100000"/>
              </a:lnSpc>
              <a:spcBef>
                <a:spcPts val="0"/>
              </a:spcBef>
              <a:spcAft>
                <a:spcPts val="0"/>
              </a:spcAft>
              <a:buNone/>
            </a:pPr>
            <a:r>
              <a:rPr lang="es"/>
              <a:t>Hacer un programa que cree tantas "Persona" como haya en el archivo, las coleccione y ejecute su método saludar().</a:t>
            </a:r>
          </a:p>
          <a:p>
            <a:pPr marL="0" marR="0" lvl="0" indent="0" algn="l" rtl="0">
              <a:lnSpc>
                <a:spcPct val="100000"/>
              </a:lnSpc>
              <a:spcBef>
                <a:spcPts val="0"/>
              </a:spcBef>
              <a:spcAft>
                <a:spcPts val="0"/>
              </a:spcAft>
              <a:buNone/>
            </a:pPr>
            <a:r>
              <a:rPr lang="es"/>
              <a:t>	PISTA: Utilizar el método "split" de String</a:t>
            </a:r>
          </a:p>
          <a:p>
            <a:pPr marL="0" marR="0" lvl="0" indent="0" algn="l" rtl="0">
              <a:lnSpc>
                <a:spcPct val="100000"/>
              </a:lnSpc>
              <a:spcBef>
                <a:spcPts val="0"/>
              </a:spcBef>
              <a:spcAft>
                <a:spcPts val="0"/>
              </a:spcAft>
              <a:buNone/>
            </a:pPr>
            <a:r>
              <a:rPr lang="es"/>
              <a:t>Cambiar el contenido del archivo con un editor de texto y ver que, sin recompilar, tan sólo reejecutando el comportamiento del programa cambia.</a:t>
            </a:r>
          </a:p>
          <a:p>
            <a:pPr marL="0" marR="0" lvl="0" indent="0" algn="l" rtl="0">
              <a:lnSpc>
                <a:spcPct val="100000"/>
              </a:lnSpc>
              <a:spcBef>
                <a:spcPts val="0"/>
              </a:spcBef>
              <a:spcAft>
                <a:spcPts val="0"/>
              </a:spcAft>
              <a:buNone/>
            </a:pPr>
            <a:r>
              <a:rPr lang="es"/>
              <a:t>Modificar el programa para ordenar por dni descendente</a:t>
            </a:r>
          </a:p>
          <a:p>
            <a:pPr marL="0" marR="0" lvl="0" indent="0" algn="l" rtl="0">
              <a:lnSpc>
                <a:spcPct val="100000"/>
              </a:lnSpc>
              <a:spcBef>
                <a:spcPts val="0"/>
              </a:spcBef>
              <a:spcAft>
                <a:spcPts val="0"/>
              </a:spcAft>
              <a:buNone/>
            </a:pPr>
            <a:r>
              <a:rPr lang="es"/>
              <a:t>================</a:t>
            </a:r>
          </a:p>
          <a:p>
            <a:pPr marL="0" marR="0" lvl="0" indent="0" algn="l" rtl="0">
              <a:lnSpc>
                <a:spcPct val="100000"/>
              </a:lnSpc>
              <a:spcBef>
                <a:spcPts val="0"/>
              </a:spcBef>
              <a:spcAft>
                <a:spcPts val="0"/>
              </a:spcAft>
              <a:buNone/>
            </a:pPr>
            <a:r>
              <a:rPr lang="es"/>
              <a:t>Ejercicio 2:</a:t>
            </a:r>
          </a:p>
          <a:p>
            <a:pPr marL="0" marR="0" lvl="0" indent="0" algn="l" rtl="0">
              <a:lnSpc>
                <a:spcPct val="100000"/>
              </a:lnSpc>
              <a:spcBef>
                <a:spcPts val="0"/>
              </a:spcBef>
              <a:spcAft>
                <a:spcPts val="0"/>
              </a:spcAft>
              <a:buNone/>
            </a:pPr>
            <a:r>
              <a:rPr lang="es"/>
              <a:t>Añadirle edad a los atributos de Persona, al constructor y en saludar decir si es mayor de edad o no.</a:t>
            </a:r>
          </a:p>
          <a:p>
            <a:pPr marL="0" marR="0" lvl="0" indent="0" algn="l" rtl="0">
              <a:lnSpc>
                <a:spcPct val="100000"/>
              </a:lnSpc>
              <a:spcBef>
                <a:spcPts val="0"/>
              </a:spcBef>
              <a:spcAft>
                <a:spcPts val="0"/>
              </a:spcAft>
              <a:buNone/>
            </a:pPr>
            <a:r>
              <a:rPr lang="es"/>
              <a:t>Añadir al archivo la edad a los datos y ver cómo cambiaría el código que lee el archivo.</a:t>
            </a:r>
          </a:p>
          <a:p>
            <a:pPr marL="0" marR="0" lvl="0" indent="0" algn="l" rtl="0">
              <a:lnSpc>
                <a:spcPct val="100000"/>
              </a:lnSpc>
              <a:spcBef>
                <a:spcPts val="0"/>
              </a:spcBef>
              <a:spcAft>
                <a:spcPts val="0"/>
              </a:spcAft>
              <a:buNone/>
            </a:pPr>
            <a:r>
              <a:rPr lang="es"/>
              <a:t>===============</a:t>
            </a:r>
          </a:p>
          <a:p>
            <a:pPr marL="0" marR="0" lvl="0" indent="0" algn="l" rtl="0">
              <a:lnSpc>
                <a:spcPct val="100000"/>
              </a:lnSpc>
              <a:spcBef>
                <a:spcPts val="0"/>
              </a:spcBef>
              <a:spcAft>
                <a:spcPts val="0"/>
              </a:spcAft>
              <a:buNone/>
            </a:pPr>
            <a:r>
              <a:rPr lang="es"/>
              <a:t>Ejercicio 3:</a:t>
            </a:r>
          </a:p>
          <a:p>
            <a:pPr lvl="0" rtl="0">
              <a:spcBef>
                <a:spcPts val="0"/>
              </a:spcBef>
              <a:buNone/>
            </a:pPr>
            <a:r>
              <a:rPr lang="es"/>
              <a:t>Reflexionar acerca de cómo afecta el formato del archivo al programa (p.ej. si pongo la edad en primer lugar)</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Shape 97"/>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98" name="Shape 98"/>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rtl="0">
              <a:spcBef>
                <a:spcPts val="0"/>
              </a:spcBef>
              <a:buNone/>
            </a:pPr>
            <a:r>
              <a:rPr lang="es"/>
              <a:t>Hacer un programa que lea los args, y entienda que cada 3 datos son el (nom, ape, edad ) de una persona.</a:t>
            </a:r>
          </a:p>
          <a:p>
            <a:pPr lvl="0" rtl="0">
              <a:spcBef>
                <a:spcPts val="0"/>
              </a:spcBef>
              <a:buNone/>
            </a:pPr>
            <a:endParaRPr/>
          </a:p>
          <a:p>
            <a:pPr lvl="0" rtl="0">
              <a:spcBef>
                <a:spcPts val="0"/>
              </a:spcBef>
              <a:buNone/>
            </a:pPr>
            <a:r>
              <a:rPr lang="es"/>
              <a:t>Hacer que escriba estos datos en un archivo de texto "clientes.txt" en el mismo formato que antes: una persona por línea, y sus datos separados por punto y coma.</a:t>
            </a:r>
          </a:p>
          <a:p>
            <a:pPr lvl="0" rtl="0">
              <a:spcBef>
                <a:spcPts val="0"/>
              </a:spcBef>
              <a:buNone/>
            </a:pPr>
            <a:endParaRPr/>
          </a:p>
          <a:p>
            <a:pPr lvl="0" rtl="0">
              <a:spcBef>
                <a:spcPts val="0"/>
              </a:spcBef>
              <a:buNone/>
            </a:pPr>
            <a:r>
              <a:rPr lang="es"/>
              <a:t>===================</a:t>
            </a:r>
          </a:p>
          <a:p>
            <a:pPr lvl="0" rtl="0">
              <a:spcBef>
                <a:spcPts val="0"/>
              </a:spcBef>
              <a:buNone/>
            </a:pPr>
            <a:br>
              <a:rPr lang="es"/>
            </a:br>
            <a:r>
              <a:rPr lang="es"/>
              <a:t>Hacer un programa similar al anterior, pero que genere una tabla en una página web en la que se muestren los datos de las personas con cabeceras y todo.</a:t>
            </a:r>
          </a:p>
          <a:p>
            <a:pPr lvl="0" rtl="0">
              <a:spcBef>
                <a:spcPts val="0"/>
              </a:spcBef>
              <a:buNone/>
            </a:pPr>
            <a:endParaRPr/>
          </a:p>
          <a:p>
            <a:pPr lvl="0" rtl="0">
              <a:spcBef>
                <a:spcPts val="0"/>
              </a:spcBef>
              <a:buNone/>
            </a:pPr>
            <a:r>
              <a:rPr lang="es"/>
              <a:t>================</a:t>
            </a:r>
          </a:p>
          <a:p>
            <a:pPr lvl="0" rtl="0">
              <a:spcBef>
                <a:spcPts val="0"/>
              </a:spcBef>
              <a:buNone/>
            </a:pPr>
            <a:endParaRPr/>
          </a:p>
          <a:p>
            <a:pPr lvl="0" rtl="0">
              <a:spcBef>
                <a:spcPts val="0"/>
              </a:spcBef>
              <a:buNone/>
            </a:pPr>
            <a:r>
              <a:rPr lang="es"/>
              <a:t>Hacer un programa que dado un fichero del estilo Nombre buscador:URL, genere una página web en la que parecen dichos nombres hipervinculados a sus URL's</a:t>
            </a:r>
          </a:p>
          <a:p>
            <a:pPr>
              <a:spcBef>
                <a:spcPts val="0"/>
              </a:spcBef>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Shape 103"/>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104" name="Shape 104"/>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a:spcBef>
                <a:spcPts val="0"/>
              </a:spcBef>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Shape 10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110" name="Shape 110"/>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rtl="0">
              <a:spcBef>
                <a:spcPts val="0"/>
              </a:spcBef>
              <a:buNone/>
            </a:pPr>
            <a:r>
              <a:rPr lang="es"/>
              <a:t>Hacer un programa que lea args.</a:t>
            </a:r>
          </a:p>
          <a:p>
            <a:pPr lvl="0" rtl="0">
              <a:spcBef>
                <a:spcPts val="0"/>
              </a:spcBef>
              <a:buNone/>
            </a:pPr>
            <a:r>
              <a:rPr lang="es"/>
              <a:t>Si args[0]=='R' modo lectura, lee un fichero clientes.txt (nom:ape), crea objetos Persona(nom,ape), los colecciona y los muestra.</a:t>
            </a:r>
          </a:p>
          <a:p>
            <a:pPr>
              <a:spcBef>
                <a:spcPts val="0"/>
              </a:spcBef>
              <a:buNone/>
            </a:pPr>
            <a:r>
              <a:rPr lang="es"/>
              <a:t>Si args[0]=='W' modo escritura, lee pares de args, crea objetos Persona(nom,ape), los colecciona, los muestra y los escribe en clientes.txt(nom,ape)</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Shape 115"/>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116" name="Shape 116"/>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a:spcBef>
                <a:spcPts val="0"/>
              </a:spcBef>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Shape 121"/>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122" name="Shape 122"/>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marL="101600" marR="101600" lvl="0" indent="0" rtl="0">
              <a:lnSpc>
                <a:spcPct val="115000"/>
              </a:lnSpc>
              <a:spcBef>
                <a:spcPts val="0"/>
              </a:spcBef>
              <a:buNone/>
            </a:pPr>
            <a:r>
              <a:rPr lang="es"/>
              <a:t>Primer problema</a:t>
            </a:r>
          </a:p>
          <a:p>
            <a:pPr marL="101600" marR="101600" lvl="0" indent="0" rtl="0">
              <a:lnSpc>
                <a:spcPct val="115000"/>
              </a:lnSpc>
              <a:spcBef>
                <a:spcPts val="0"/>
              </a:spcBef>
              <a:buNone/>
            </a:pPr>
            <a:r>
              <a:rPr lang="es"/>
              <a:t>============</a:t>
            </a:r>
          </a:p>
          <a:p>
            <a:pPr marL="101600" marR="101600" lvl="0" indent="0" rtl="0">
              <a:lnSpc>
                <a:spcPct val="115000"/>
              </a:lnSpc>
              <a:spcBef>
                <a:spcPts val="0"/>
              </a:spcBef>
              <a:buNone/>
            </a:pPr>
            <a:r>
              <a:rPr lang="es"/>
              <a:t>Persona p = new Persona(0);  </a:t>
            </a:r>
            <a:r>
              <a:rPr lang="es">
                <a:solidFill>
                  <a:srgbClr val="0000FF"/>
                </a:solidFill>
              </a:rPr>
              <a:t>// Un único new fuera del bucle</a:t>
            </a:r>
          </a:p>
          <a:p>
            <a:pPr marL="101600" marR="101600" lvl="0" indent="0" rtl="0">
              <a:lnSpc>
                <a:spcPct val="115000"/>
              </a:lnSpc>
              <a:spcBef>
                <a:spcPts val="0"/>
              </a:spcBef>
              <a:buNone/>
            </a:pPr>
            <a:r>
              <a:rPr lang="es"/>
              <a:t>for (int i = 0; i &lt;5; i++)</a:t>
            </a:r>
          </a:p>
          <a:p>
            <a:pPr marL="101600" marR="101600" lvl="0" indent="0" rtl="0">
              <a:lnSpc>
                <a:spcPct val="115000"/>
              </a:lnSpc>
              <a:spcBef>
                <a:spcPts val="0"/>
              </a:spcBef>
              <a:buNone/>
            </a:pPr>
            <a:r>
              <a:rPr lang="es"/>
              <a:t>{</a:t>
            </a:r>
          </a:p>
          <a:p>
            <a:pPr marL="101600" marR="101600" lvl="0" indent="0" rtl="0">
              <a:lnSpc>
                <a:spcPct val="115000"/>
              </a:lnSpc>
              <a:spcBef>
                <a:spcPts val="0"/>
              </a:spcBef>
              <a:buNone/>
            </a:pPr>
            <a:r>
              <a:rPr lang="es"/>
              <a:t> 	p.setPersona(i);  </a:t>
            </a:r>
            <a:r>
              <a:rPr lang="es">
                <a:solidFill>
                  <a:srgbClr val="0000FF"/>
                </a:solidFill>
              </a:rPr>
              <a:t>// cambiamos los datos de p, pero no hacemos new.</a:t>
            </a:r>
          </a:p>
          <a:p>
            <a:pPr marL="101600" marR="101600" lvl="0" indent="0" rtl="0">
              <a:lnSpc>
                <a:spcPct val="115000"/>
              </a:lnSpc>
              <a:spcBef>
                <a:spcPts val="0"/>
              </a:spcBef>
              <a:buNone/>
            </a:pPr>
            <a:r>
              <a:rPr lang="es"/>
              <a:t>	oos.writeObject(p);</a:t>
            </a:r>
          </a:p>
          <a:p>
            <a:pPr marL="101600" marR="101600" lvl="0" indent="0" rtl="0">
              <a:lnSpc>
                <a:spcPct val="115000"/>
              </a:lnSpc>
              <a:spcBef>
                <a:spcPts val="0"/>
              </a:spcBef>
              <a:buNone/>
            </a:pPr>
            <a:r>
              <a:rPr lang="es"/>
              <a:t>}</a:t>
            </a:r>
          </a:p>
          <a:p>
            <a:pPr marL="101600" marR="101600" lvl="0" indent="0" rtl="0">
              <a:lnSpc>
                <a:spcPct val="115000"/>
              </a:lnSpc>
              <a:spcBef>
                <a:spcPts val="0"/>
              </a:spcBef>
              <a:buNone/>
            </a:pPr>
            <a:r>
              <a:rPr lang="es"/>
              <a:t>oos.close();  </a:t>
            </a:r>
            <a:r>
              <a:rPr lang="es">
                <a:solidFill>
                  <a:srgbClr val="0000FF"/>
                </a:solidFill>
              </a:rPr>
              <a:t>// Se cierra al terminar.</a:t>
            </a:r>
          </a:p>
          <a:p>
            <a:pPr lvl="0" rtl="0">
              <a:lnSpc>
                <a:spcPct val="115000"/>
              </a:lnSpc>
              <a:spcBef>
                <a:spcPts val="0"/>
              </a:spcBef>
              <a:buNone/>
            </a:pPr>
            <a:r>
              <a:rPr lang="es"/>
              <a:t>Cuando leamos, obtendremos cinco veces la primera persona.</a:t>
            </a:r>
          </a:p>
          <a:p>
            <a:pPr lvl="0" rtl="0">
              <a:spcBef>
                <a:spcPts val="0"/>
              </a:spcBef>
              <a:buNone/>
            </a:pPr>
            <a:endParaRPr/>
          </a:p>
          <a:p>
            <a:pPr lvl="0" rtl="0">
              <a:spcBef>
                <a:spcPts val="0"/>
              </a:spcBef>
              <a:buNone/>
            </a:pPr>
            <a:r>
              <a:rPr lang="es"/>
              <a:t>Segundo problema</a:t>
            </a:r>
          </a:p>
          <a:p>
            <a:pPr lvl="0" rtl="0">
              <a:spcBef>
                <a:spcPts val="0"/>
              </a:spcBef>
              <a:buNone/>
            </a:pPr>
            <a:r>
              <a:rPr lang="es"/>
              <a:t>==============</a:t>
            </a:r>
          </a:p>
          <a:p>
            <a:pPr lvl="0" rtl="0">
              <a:spcBef>
                <a:spcPts val="0"/>
              </a:spcBef>
              <a:buNone/>
            </a:pPr>
            <a:r>
              <a:rPr lang="es"/>
              <a:t>Un segundo problema que he visto en el </a:t>
            </a:r>
            <a:r>
              <a:rPr lang="es" b="1"/>
              <a:t>ObjectOutputStream</a:t>
            </a:r>
            <a:r>
              <a:rPr lang="es"/>
              <a:t> es que al instanciarlo, escribe unos bytes de cabecera en el fichero, antes incluso de que escribamos nada. Como el </a:t>
            </a:r>
            <a:r>
              <a:rPr lang="es" b="1"/>
              <a:t>ObjectInputStream</a:t>
            </a:r>
            <a:r>
              <a:rPr lang="es"/>
              <a:t> lee correctamente estos bytes de cabecera, aparentemente no pasa nada y ni siquiera nos enteramos que existen.</a:t>
            </a:r>
          </a:p>
          <a:p>
            <a:pPr lvl="0" rtl="0">
              <a:spcBef>
                <a:spcPts val="0"/>
              </a:spcBef>
              <a:buNone/>
            </a:pPr>
            <a:r>
              <a:rPr lang="es"/>
              <a:t>El problema se presenta si escribimos unos datos en el fichero y lo cerramos. Luego volvemos a abrirlo para añadir datos, creando un nuevo </a:t>
            </a:r>
            <a:r>
              <a:rPr lang="es" b="1"/>
              <a:t>ObjectOutputStream</a:t>
            </a:r>
            <a:r>
              <a:rPr lang="es"/>
              <a:t> así</a:t>
            </a:r>
          </a:p>
          <a:p>
            <a:pPr marL="101600" marR="101600" lvl="0" indent="0" rtl="0">
              <a:lnSpc>
                <a:spcPct val="115000"/>
              </a:lnSpc>
              <a:spcBef>
                <a:spcPts val="0"/>
              </a:spcBef>
              <a:buNone/>
            </a:pPr>
            <a:r>
              <a:rPr lang="es">
                <a:solidFill>
                  <a:srgbClr val="0000FF"/>
                </a:solidFill>
              </a:rPr>
              <a:t>/* El true del final indica que se abre el fichero para añadir datos al final del fichero.*/</a:t>
            </a:r>
          </a:p>
          <a:p>
            <a:pPr marL="101600" marR="101600" lvl="0" indent="0" rtl="0">
              <a:lnSpc>
                <a:spcPct val="115000"/>
              </a:lnSpc>
              <a:spcBef>
                <a:spcPts val="0"/>
              </a:spcBef>
              <a:buNone/>
            </a:pPr>
            <a:r>
              <a:rPr lang="es"/>
              <a:t>ObjectOutputStream oos = new ObjectOutputStream(new FileOutputStream(fichero,true));</a:t>
            </a:r>
          </a:p>
          <a:p>
            <a:pPr lvl="0" rtl="0">
              <a:lnSpc>
                <a:spcPct val="115000"/>
              </a:lnSpc>
              <a:spcBef>
                <a:spcPts val="0"/>
              </a:spcBef>
              <a:buNone/>
            </a:pPr>
            <a:r>
              <a:rPr lang="es"/>
              <a:t>Esto escribe una nueva cabecera justo al final del fichero. Luego se irán añadiendo los objetos que vayamos escribiendo. El fichero contendrá lo del dibujo, con dos cabeceras.</a:t>
            </a:r>
          </a:p>
          <a:p>
            <a:pPr lvl="0" rtl="0">
              <a:spcBef>
                <a:spcPts val="0"/>
              </a:spcBef>
              <a:buNone/>
            </a:pPr>
            <a:endParaRPr/>
          </a:p>
          <a:p>
            <a:pPr lvl="0" rtl="0">
              <a:spcBef>
                <a:spcPts val="0"/>
              </a:spcBef>
              <a:buNone/>
            </a:pPr>
            <a:r>
              <a:rPr lang="es"/>
              <a:t>¿Qué pasa cuando leamos el fichero?. Al crear el </a:t>
            </a:r>
            <a:r>
              <a:rPr lang="es" b="1"/>
              <a:t>ObjectInputStream</a:t>
            </a:r>
            <a:r>
              <a:rPr lang="es"/>
              <a:t>, este lee la cabecera del principio y luego se pone a leer objetos. Cuando llegamos a la segunda cabecera que se añadió al abrir por segunda vez el fichero para añadirle datos, obtendremos un error </a:t>
            </a:r>
            <a:r>
              <a:rPr lang="es" b="1"/>
              <a:t>StreamCorruptedException</a:t>
            </a:r>
            <a:r>
              <a:rPr lang="es"/>
              <a:t> y no podremos leer más objetos.</a:t>
            </a:r>
          </a:p>
          <a:p>
            <a:pPr lvl="0" rtl="0">
              <a:spcBef>
                <a:spcPts val="0"/>
              </a:spcBef>
              <a:buNone/>
            </a:pPr>
            <a:r>
              <a:rPr lang="es"/>
              <a:t>Una solución es evidente, no usar más que un solo </a:t>
            </a:r>
            <a:r>
              <a:rPr lang="es" b="1"/>
              <a:t>ObjectOuptutStream</a:t>
            </a:r>
            <a:r>
              <a:rPr lang="es"/>
              <a:t> para escribir todo el fichero. Sin embargo, esto no es siermpre posible. Por ejemplo, si nuestro programa es una agenda, un día escribimos tres amigos, cerramos la agenda, apagamos el ordenador y nos vamos de juerga. Al día siguiente, queremos meter a los dos borrachines que conocimos en la juerga anterior o a la chica con la que creemos que hemos ligado, encendemos el ordenador, arrancamos la agenda y por más que buscamos, de nuestro antiguo </a:t>
            </a:r>
            <a:r>
              <a:rPr lang="es" b="1"/>
              <a:t>ObjectOutputStream</a:t>
            </a:r>
            <a:r>
              <a:rPr lang="es"/>
              <a:t> no queda ni rastro. Hay que abrir uno nuevo. No se puede pretender en una agenda que metamos a todos nuestros amigos de una sola vez y que no volvamos a meter a nadie más.</a:t>
            </a:r>
          </a:p>
          <a:p>
            <a:pPr lvl="0" rtl="0">
              <a:spcBef>
                <a:spcPts val="0"/>
              </a:spcBef>
              <a:buNone/>
            </a:pPr>
            <a:r>
              <a:rPr lang="es"/>
              <a:t>La única solución que he encontrado (que seguramente no es la única) es hacernos nuestro propio</a:t>
            </a:r>
            <a:r>
              <a:rPr lang="es" b="1"/>
              <a:t>ObjectOutputStream</a:t>
            </a:r>
            <a:r>
              <a:rPr lang="es"/>
              <a:t>, heredando del original y redefiniendo el método </a:t>
            </a:r>
            <a:r>
              <a:rPr lang="es" b="1"/>
              <a:t>writeStreamHeader()</a:t>
            </a:r>
            <a:r>
              <a:rPr lang="es"/>
              <a:t> como en la figura, vacío, para que no haga nada.</a:t>
            </a:r>
          </a:p>
          <a:p>
            <a:pPr marL="101600" marR="101600" lvl="0" indent="0" rtl="0">
              <a:lnSpc>
                <a:spcPct val="115000"/>
              </a:lnSpc>
              <a:spcBef>
                <a:spcPts val="0"/>
              </a:spcBef>
              <a:buNone/>
            </a:pPr>
            <a:r>
              <a:rPr lang="es"/>
              <a:t>protected void writeStreamHeader() throws IOException</a:t>
            </a:r>
          </a:p>
          <a:p>
            <a:pPr marL="101600" marR="101600" lvl="0" indent="0" rtl="0">
              <a:lnSpc>
                <a:spcPct val="115000"/>
              </a:lnSpc>
              <a:spcBef>
                <a:spcPts val="0"/>
              </a:spcBef>
              <a:buNone/>
            </a:pPr>
            <a:r>
              <a:rPr lang="es"/>
              <a:t>{</a:t>
            </a:r>
          </a:p>
          <a:p>
            <a:pPr marL="101600" marR="101600" lvl="0" indent="0" rtl="0">
              <a:lnSpc>
                <a:spcPct val="115000"/>
              </a:lnSpc>
              <a:spcBef>
                <a:spcPts val="0"/>
              </a:spcBef>
              <a:buNone/>
            </a:pPr>
            <a:r>
              <a:rPr lang="es"/>
              <a:t>// No hacer nada.</a:t>
            </a:r>
          </a:p>
          <a:p>
            <a:pPr marL="101600" marR="101600" lvl="0" indent="0" rtl="0">
              <a:lnSpc>
                <a:spcPct val="115000"/>
              </a:lnSpc>
              <a:spcBef>
                <a:spcPts val="0"/>
              </a:spcBef>
              <a:buNone/>
            </a:pPr>
            <a:r>
              <a:rPr lang="es"/>
              <a:t>}</a:t>
            </a:r>
          </a:p>
          <a:p>
            <a:pPr>
              <a:spcBef>
                <a:spcPts val="0"/>
              </a:spcBef>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102" name="PlaceHolder 1"/>
          <p:cNvSpPr>
            <a:spLocks noGrp="1"/>
          </p:cNvSpPr>
          <p:nvPr>
            <p:ph type="title"/>
          </p:nvPr>
        </p:nvSpPr>
        <p:spPr>
          <a:xfrm>
            <a:off x="1141560" y="52920"/>
            <a:ext cx="9905760" cy="626760"/>
          </a:xfrm>
          <a:prstGeom prst="rect">
            <a:avLst/>
          </a:prstGeom>
        </p:spPr>
        <p:txBody>
          <a:bodyPr lIns="0" tIns="0" rIns="0" bIns="0" anchor="ctr"/>
          <a:lstStyle/>
          <a:p>
            <a:endParaRPr lang="en-US" sz="1800" b="0" strike="noStrike" spc="-1">
              <a:solidFill>
                <a:srgbClr val="000000"/>
              </a:solidFill>
              <a:latin typeface="Calibri"/>
            </a:endParaRPr>
          </a:p>
        </p:txBody>
      </p:sp>
      <p:sp>
        <p:nvSpPr>
          <p:cNvPr id="103" name="PlaceHolder 2"/>
          <p:cNvSpPr>
            <a:spLocks noGrp="1"/>
          </p:cNvSpPr>
          <p:nvPr>
            <p:ph type="subTitle"/>
          </p:nvPr>
        </p:nvSpPr>
        <p:spPr>
          <a:xfrm>
            <a:off x="1141560" y="762120"/>
            <a:ext cx="9905760" cy="5677920"/>
          </a:xfrm>
          <a:prstGeom prst="rect">
            <a:avLst/>
          </a:prstGeom>
        </p:spPr>
        <p:txBody>
          <a:bodyPr lIns="0" tIns="0" rIns="0" bIns="0" anchor="ctr"/>
          <a:lstStyle/>
          <a:p>
            <a:pPr algn="ctr"/>
            <a:endParaRPr lang="es-ES" sz="3200" b="0" strike="noStrike" spc="-1">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104" name="PlaceHolder 1"/>
          <p:cNvSpPr>
            <a:spLocks noGrp="1"/>
          </p:cNvSpPr>
          <p:nvPr>
            <p:ph type="title"/>
          </p:nvPr>
        </p:nvSpPr>
        <p:spPr>
          <a:xfrm>
            <a:off x="1141560" y="52920"/>
            <a:ext cx="9905760" cy="626760"/>
          </a:xfrm>
          <a:prstGeom prst="rect">
            <a:avLst/>
          </a:prstGeom>
        </p:spPr>
        <p:txBody>
          <a:bodyPr lIns="0" tIns="0" rIns="0" bIns="0" anchor="ctr"/>
          <a:lstStyle/>
          <a:p>
            <a:endParaRPr lang="en-US" sz="1800" b="0" strike="noStrike" spc="-1">
              <a:solidFill>
                <a:srgbClr val="000000"/>
              </a:solidFill>
              <a:latin typeface="Calibri"/>
            </a:endParaRPr>
          </a:p>
        </p:txBody>
      </p:sp>
      <p:sp>
        <p:nvSpPr>
          <p:cNvPr id="105" name="PlaceHolder 2"/>
          <p:cNvSpPr>
            <a:spLocks noGrp="1"/>
          </p:cNvSpPr>
          <p:nvPr>
            <p:ph type="body"/>
          </p:nvPr>
        </p:nvSpPr>
        <p:spPr>
          <a:xfrm>
            <a:off x="1141560" y="762120"/>
            <a:ext cx="9905760" cy="5677920"/>
          </a:xfrm>
          <a:prstGeom prst="rect">
            <a:avLst/>
          </a:prstGeom>
        </p:spPr>
        <p:txBody>
          <a:bodyPr lIns="0" tIns="0" rIns="0" bIns="0">
            <a:normAutofit/>
          </a:bodyPr>
          <a:lstStyle/>
          <a:p>
            <a:endParaRPr lang="en-US" sz="2400" b="0" strike="noStrike" spc="-1">
              <a:solidFill>
                <a:srgbClr val="000000"/>
              </a:solidFill>
              <a:latin typeface="Calibri"/>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106" name="PlaceHolder 1"/>
          <p:cNvSpPr>
            <a:spLocks noGrp="1"/>
          </p:cNvSpPr>
          <p:nvPr>
            <p:ph type="title"/>
          </p:nvPr>
        </p:nvSpPr>
        <p:spPr>
          <a:xfrm>
            <a:off x="1141560" y="52920"/>
            <a:ext cx="9905760" cy="626760"/>
          </a:xfrm>
          <a:prstGeom prst="rect">
            <a:avLst/>
          </a:prstGeom>
        </p:spPr>
        <p:txBody>
          <a:bodyPr lIns="0" tIns="0" rIns="0" bIns="0" anchor="ctr"/>
          <a:lstStyle/>
          <a:p>
            <a:endParaRPr lang="en-US" sz="1800" b="0" strike="noStrike" spc="-1">
              <a:solidFill>
                <a:srgbClr val="000000"/>
              </a:solidFill>
              <a:latin typeface="Calibri"/>
            </a:endParaRPr>
          </a:p>
        </p:txBody>
      </p:sp>
      <p:sp>
        <p:nvSpPr>
          <p:cNvPr id="107" name="PlaceHolder 2"/>
          <p:cNvSpPr>
            <a:spLocks noGrp="1"/>
          </p:cNvSpPr>
          <p:nvPr>
            <p:ph type="body"/>
          </p:nvPr>
        </p:nvSpPr>
        <p:spPr>
          <a:xfrm>
            <a:off x="1141560" y="762120"/>
            <a:ext cx="4833720" cy="5677920"/>
          </a:xfrm>
          <a:prstGeom prst="rect">
            <a:avLst/>
          </a:prstGeom>
        </p:spPr>
        <p:txBody>
          <a:bodyPr lIns="0" tIns="0" rIns="0" bIns="0">
            <a:normAutofit/>
          </a:bodyPr>
          <a:lstStyle/>
          <a:p>
            <a:endParaRPr lang="en-US" sz="2400" b="0" strike="noStrike" spc="-1">
              <a:solidFill>
                <a:srgbClr val="000000"/>
              </a:solidFill>
              <a:latin typeface="Calibri"/>
            </a:endParaRPr>
          </a:p>
        </p:txBody>
      </p:sp>
      <p:sp>
        <p:nvSpPr>
          <p:cNvPr id="108" name="PlaceHolder 3"/>
          <p:cNvSpPr>
            <a:spLocks noGrp="1"/>
          </p:cNvSpPr>
          <p:nvPr>
            <p:ph type="body"/>
          </p:nvPr>
        </p:nvSpPr>
        <p:spPr>
          <a:xfrm>
            <a:off x="6217200" y="762120"/>
            <a:ext cx="4833720" cy="5677920"/>
          </a:xfrm>
          <a:prstGeom prst="rect">
            <a:avLst/>
          </a:prstGeom>
        </p:spPr>
        <p:txBody>
          <a:bodyPr lIns="0" tIns="0" rIns="0" bIns="0">
            <a:normAutofit/>
          </a:bodyPr>
          <a:lstStyle/>
          <a:p>
            <a:endParaRPr lang="en-US" sz="2400" b="0" strike="noStrike" spc="-1">
              <a:solidFill>
                <a:srgbClr val="000000"/>
              </a:solidFill>
              <a:latin typeface="Calibri"/>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09" name="PlaceHolder 1"/>
          <p:cNvSpPr>
            <a:spLocks noGrp="1"/>
          </p:cNvSpPr>
          <p:nvPr>
            <p:ph type="title"/>
          </p:nvPr>
        </p:nvSpPr>
        <p:spPr>
          <a:xfrm>
            <a:off x="1141560" y="52920"/>
            <a:ext cx="9905760" cy="626760"/>
          </a:xfrm>
          <a:prstGeom prst="rect">
            <a:avLst/>
          </a:prstGeom>
        </p:spPr>
        <p:txBody>
          <a:bodyPr lIns="0" tIns="0" rIns="0" bIns="0" anchor="ctr"/>
          <a:lstStyle/>
          <a:p>
            <a:endParaRPr lang="en-US" sz="1800" b="0" strike="noStrike" spc="-1">
              <a:solidFill>
                <a:srgbClr val="000000"/>
              </a:solidFill>
              <a:latin typeface="Calibri"/>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10" name="PlaceHolder 1"/>
          <p:cNvSpPr>
            <a:spLocks noGrp="1"/>
          </p:cNvSpPr>
          <p:nvPr>
            <p:ph type="subTitle"/>
          </p:nvPr>
        </p:nvSpPr>
        <p:spPr>
          <a:xfrm>
            <a:off x="1141560" y="52920"/>
            <a:ext cx="9905760" cy="2906640"/>
          </a:xfrm>
          <a:prstGeom prst="rect">
            <a:avLst/>
          </a:prstGeom>
        </p:spPr>
        <p:txBody>
          <a:bodyPr lIns="0" tIns="0" rIns="0" bIns="0" anchor="ctr"/>
          <a:lstStyle/>
          <a:p>
            <a:pPr algn="ctr"/>
            <a:endParaRPr lang="es-ES" sz="3200" b="0" strike="noStrike" spc="-1">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11" name="PlaceHolder 1"/>
          <p:cNvSpPr>
            <a:spLocks noGrp="1"/>
          </p:cNvSpPr>
          <p:nvPr>
            <p:ph type="title"/>
          </p:nvPr>
        </p:nvSpPr>
        <p:spPr>
          <a:xfrm>
            <a:off x="1141560" y="52920"/>
            <a:ext cx="9905760" cy="626760"/>
          </a:xfrm>
          <a:prstGeom prst="rect">
            <a:avLst/>
          </a:prstGeom>
        </p:spPr>
        <p:txBody>
          <a:bodyPr lIns="0" tIns="0" rIns="0" bIns="0" anchor="ctr"/>
          <a:lstStyle/>
          <a:p>
            <a:endParaRPr lang="en-US" sz="1800" b="0" strike="noStrike" spc="-1">
              <a:solidFill>
                <a:srgbClr val="000000"/>
              </a:solidFill>
              <a:latin typeface="Calibri"/>
            </a:endParaRPr>
          </a:p>
        </p:txBody>
      </p:sp>
      <p:sp>
        <p:nvSpPr>
          <p:cNvPr id="112" name="PlaceHolder 2"/>
          <p:cNvSpPr>
            <a:spLocks noGrp="1"/>
          </p:cNvSpPr>
          <p:nvPr>
            <p:ph type="body"/>
          </p:nvPr>
        </p:nvSpPr>
        <p:spPr>
          <a:xfrm>
            <a:off x="1141560" y="762120"/>
            <a:ext cx="4833720" cy="2708280"/>
          </a:xfrm>
          <a:prstGeom prst="rect">
            <a:avLst/>
          </a:prstGeom>
        </p:spPr>
        <p:txBody>
          <a:bodyPr lIns="0" tIns="0" rIns="0" bIns="0">
            <a:normAutofit/>
          </a:bodyPr>
          <a:lstStyle/>
          <a:p>
            <a:endParaRPr lang="en-US" sz="2400" b="0" strike="noStrike" spc="-1">
              <a:solidFill>
                <a:srgbClr val="000000"/>
              </a:solidFill>
              <a:latin typeface="Calibri"/>
            </a:endParaRPr>
          </a:p>
        </p:txBody>
      </p:sp>
      <p:sp>
        <p:nvSpPr>
          <p:cNvPr id="113" name="PlaceHolder 3"/>
          <p:cNvSpPr>
            <a:spLocks noGrp="1"/>
          </p:cNvSpPr>
          <p:nvPr>
            <p:ph type="body"/>
          </p:nvPr>
        </p:nvSpPr>
        <p:spPr>
          <a:xfrm>
            <a:off x="1141560" y="3728160"/>
            <a:ext cx="4833720" cy="2708280"/>
          </a:xfrm>
          <a:prstGeom prst="rect">
            <a:avLst/>
          </a:prstGeom>
        </p:spPr>
        <p:txBody>
          <a:bodyPr lIns="0" tIns="0" rIns="0" bIns="0">
            <a:normAutofit/>
          </a:bodyPr>
          <a:lstStyle/>
          <a:p>
            <a:endParaRPr lang="en-US" sz="2400" b="0" strike="noStrike" spc="-1">
              <a:solidFill>
                <a:srgbClr val="000000"/>
              </a:solidFill>
              <a:latin typeface="Calibri"/>
            </a:endParaRPr>
          </a:p>
        </p:txBody>
      </p:sp>
      <p:sp>
        <p:nvSpPr>
          <p:cNvPr id="114" name="PlaceHolder 4"/>
          <p:cNvSpPr>
            <a:spLocks noGrp="1"/>
          </p:cNvSpPr>
          <p:nvPr>
            <p:ph type="body"/>
          </p:nvPr>
        </p:nvSpPr>
        <p:spPr>
          <a:xfrm>
            <a:off x="6217200" y="762120"/>
            <a:ext cx="4833720" cy="5677920"/>
          </a:xfrm>
          <a:prstGeom prst="rect">
            <a:avLst/>
          </a:prstGeom>
        </p:spPr>
        <p:txBody>
          <a:bodyPr lIns="0" tIns="0" rIns="0" bIns="0">
            <a:normAutofit/>
          </a:bodyPr>
          <a:lstStyle/>
          <a:p>
            <a:endParaRPr lang="en-US" sz="2400" b="0" strike="noStrike" spc="-1">
              <a:solidFill>
                <a:srgbClr val="000000"/>
              </a:solidFill>
              <a:latin typeface="Calibri"/>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15" name="PlaceHolder 1"/>
          <p:cNvSpPr>
            <a:spLocks noGrp="1"/>
          </p:cNvSpPr>
          <p:nvPr>
            <p:ph type="title"/>
          </p:nvPr>
        </p:nvSpPr>
        <p:spPr>
          <a:xfrm>
            <a:off x="1141560" y="52920"/>
            <a:ext cx="9905760" cy="626760"/>
          </a:xfrm>
          <a:prstGeom prst="rect">
            <a:avLst/>
          </a:prstGeom>
        </p:spPr>
        <p:txBody>
          <a:bodyPr lIns="0" tIns="0" rIns="0" bIns="0" anchor="ctr"/>
          <a:lstStyle/>
          <a:p>
            <a:endParaRPr lang="en-US" sz="1800" b="0" strike="noStrike" spc="-1">
              <a:solidFill>
                <a:srgbClr val="000000"/>
              </a:solidFill>
              <a:latin typeface="Calibri"/>
            </a:endParaRPr>
          </a:p>
        </p:txBody>
      </p:sp>
      <p:sp>
        <p:nvSpPr>
          <p:cNvPr id="116" name="PlaceHolder 2"/>
          <p:cNvSpPr>
            <a:spLocks noGrp="1"/>
          </p:cNvSpPr>
          <p:nvPr>
            <p:ph type="body"/>
          </p:nvPr>
        </p:nvSpPr>
        <p:spPr>
          <a:xfrm>
            <a:off x="1141560" y="762120"/>
            <a:ext cx="4833720" cy="5677920"/>
          </a:xfrm>
          <a:prstGeom prst="rect">
            <a:avLst/>
          </a:prstGeom>
        </p:spPr>
        <p:txBody>
          <a:bodyPr lIns="0" tIns="0" rIns="0" bIns="0">
            <a:normAutofit/>
          </a:bodyPr>
          <a:lstStyle/>
          <a:p>
            <a:endParaRPr lang="en-US" sz="2400" b="0" strike="noStrike" spc="-1">
              <a:solidFill>
                <a:srgbClr val="000000"/>
              </a:solidFill>
              <a:latin typeface="Calibri"/>
            </a:endParaRPr>
          </a:p>
        </p:txBody>
      </p:sp>
      <p:sp>
        <p:nvSpPr>
          <p:cNvPr id="117" name="PlaceHolder 3"/>
          <p:cNvSpPr>
            <a:spLocks noGrp="1"/>
          </p:cNvSpPr>
          <p:nvPr>
            <p:ph type="body"/>
          </p:nvPr>
        </p:nvSpPr>
        <p:spPr>
          <a:xfrm>
            <a:off x="6217200" y="762120"/>
            <a:ext cx="4833720" cy="2708280"/>
          </a:xfrm>
          <a:prstGeom prst="rect">
            <a:avLst/>
          </a:prstGeom>
        </p:spPr>
        <p:txBody>
          <a:bodyPr lIns="0" tIns="0" rIns="0" bIns="0">
            <a:normAutofit/>
          </a:bodyPr>
          <a:lstStyle/>
          <a:p>
            <a:endParaRPr lang="en-US" sz="2400" b="0" strike="noStrike" spc="-1">
              <a:solidFill>
                <a:srgbClr val="000000"/>
              </a:solidFill>
              <a:latin typeface="Calibri"/>
            </a:endParaRPr>
          </a:p>
        </p:txBody>
      </p:sp>
      <p:sp>
        <p:nvSpPr>
          <p:cNvPr id="118" name="PlaceHolder 4"/>
          <p:cNvSpPr>
            <a:spLocks noGrp="1"/>
          </p:cNvSpPr>
          <p:nvPr>
            <p:ph type="body"/>
          </p:nvPr>
        </p:nvSpPr>
        <p:spPr>
          <a:xfrm>
            <a:off x="6217200" y="3728160"/>
            <a:ext cx="4833720" cy="2708280"/>
          </a:xfrm>
          <a:prstGeom prst="rect">
            <a:avLst/>
          </a:prstGeom>
        </p:spPr>
        <p:txBody>
          <a:bodyPr lIns="0" tIns="0" rIns="0" bIns="0">
            <a:normAutofit/>
          </a:bodyPr>
          <a:lstStyle/>
          <a:p>
            <a:endParaRPr lang="en-US" sz="2400" b="0" strike="noStrike" spc="-1">
              <a:solidFill>
                <a:srgbClr val="000000"/>
              </a:solidFill>
              <a:latin typeface="Calibri"/>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119" name="PlaceHolder 1"/>
          <p:cNvSpPr>
            <a:spLocks noGrp="1"/>
          </p:cNvSpPr>
          <p:nvPr>
            <p:ph type="title"/>
          </p:nvPr>
        </p:nvSpPr>
        <p:spPr>
          <a:xfrm>
            <a:off x="1141560" y="52920"/>
            <a:ext cx="9905760" cy="626760"/>
          </a:xfrm>
          <a:prstGeom prst="rect">
            <a:avLst/>
          </a:prstGeom>
        </p:spPr>
        <p:txBody>
          <a:bodyPr lIns="0" tIns="0" rIns="0" bIns="0" anchor="ctr"/>
          <a:lstStyle/>
          <a:p>
            <a:endParaRPr lang="en-US" sz="1800" b="0" strike="noStrike" spc="-1">
              <a:solidFill>
                <a:srgbClr val="000000"/>
              </a:solidFill>
              <a:latin typeface="Calibri"/>
            </a:endParaRPr>
          </a:p>
        </p:txBody>
      </p:sp>
      <p:sp>
        <p:nvSpPr>
          <p:cNvPr id="120" name="PlaceHolder 2"/>
          <p:cNvSpPr>
            <a:spLocks noGrp="1"/>
          </p:cNvSpPr>
          <p:nvPr>
            <p:ph type="body"/>
          </p:nvPr>
        </p:nvSpPr>
        <p:spPr>
          <a:xfrm>
            <a:off x="1141560" y="762120"/>
            <a:ext cx="4833720" cy="2708280"/>
          </a:xfrm>
          <a:prstGeom prst="rect">
            <a:avLst/>
          </a:prstGeom>
        </p:spPr>
        <p:txBody>
          <a:bodyPr lIns="0" tIns="0" rIns="0" bIns="0">
            <a:normAutofit/>
          </a:bodyPr>
          <a:lstStyle/>
          <a:p>
            <a:endParaRPr lang="en-US" sz="2400" b="0" strike="noStrike" spc="-1">
              <a:solidFill>
                <a:srgbClr val="000000"/>
              </a:solidFill>
              <a:latin typeface="Calibri"/>
            </a:endParaRPr>
          </a:p>
        </p:txBody>
      </p:sp>
      <p:sp>
        <p:nvSpPr>
          <p:cNvPr id="121" name="PlaceHolder 3"/>
          <p:cNvSpPr>
            <a:spLocks noGrp="1"/>
          </p:cNvSpPr>
          <p:nvPr>
            <p:ph type="body"/>
          </p:nvPr>
        </p:nvSpPr>
        <p:spPr>
          <a:xfrm>
            <a:off x="6217200" y="762120"/>
            <a:ext cx="4833720" cy="2708280"/>
          </a:xfrm>
          <a:prstGeom prst="rect">
            <a:avLst/>
          </a:prstGeom>
        </p:spPr>
        <p:txBody>
          <a:bodyPr lIns="0" tIns="0" rIns="0" bIns="0">
            <a:normAutofit/>
          </a:bodyPr>
          <a:lstStyle/>
          <a:p>
            <a:endParaRPr lang="en-US" sz="2400" b="0" strike="noStrike" spc="-1">
              <a:solidFill>
                <a:srgbClr val="000000"/>
              </a:solidFill>
              <a:latin typeface="Calibri"/>
            </a:endParaRPr>
          </a:p>
        </p:txBody>
      </p:sp>
      <p:sp>
        <p:nvSpPr>
          <p:cNvPr id="122" name="PlaceHolder 4"/>
          <p:cNvSpPr>
            <a:spLocks noGrp="1"/>
          </p:cNvSpPr>
          <p:nvPr>
            <p:ph type="body"/>
          </p:nvPr>
        </p:nvSpPr>
        <p:spPr>
          <a:xfrm>
            <a:off x="1141560" y="3728160"/>
            <a:ext cx="9905760" cy="2708280"/>
          </a:xfrm>
          <a:prstGeom prst="rect">
            <a:avLst/>
          </a:prstGeom>
        </p:spPr>
        <p:txBody>
          <a:bodyPr lIns="0" tIns="0" rIns="0" bIns="0">
            <a:normAutofit/>
          </a:bodyPr>
          <a:lstStyle/>
          <a:p>
            <a:endParaRPr lang="en-US" sz="2400" b="0" strike="noStrike" spc="-1">
              <a:solidFill>
                <a:srgbClr val="000000"/>
              </a:solidFill>
              <a:latin typeface="Calibri"/>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123" name="PlaceHolder 1"/>
          <p:cNvSpPr>
            <a:spLocks noGrp="1"/>
          </p:cNvSpPr>
          <p:nvPr>
            <p:ph type="title"/>
          </p:nvPr>
        </p:nvSpPr>
        <p:spPr>
          <a:xfrm>
            <a:off x="1141560" y="52920"/>
            <a:ext cx="9905760" cy="626760"/>
          </a:xfrm>
          <a:prstGeom prst="rect">
            <a:avLst/>
          </a:prstGeom>
        </p:spPr>
        <p:txBody>
          <a:bodyPr lIns="0" tIns="0" rIns="0" bIns="0" anchor="ctr"/>
          <a:lstStyle/>
          <a:p>
            <a:endParaRPr lang="en-US" sz="1800" b="0" strike="noStrike" spc="-1">
              <a:solidFill>
                <a:srgbClr val="000000"/>
              </a:solidFill>
              <a:latin typeface="Calibri"/>
            </a:endParaRPr>
          </a:p>
        </p:txBody>
      </p:sp>
      <p:sp>
        <p:nvSpPr>
          <p:cNvPr id="124" name="PlaceHolder 2"/>
          <p:cNvSpPr>
            <a:spLocks noGrp="1"/>
          </p:cNvSpPr>
          <p:nvPr>
            <p:ph type="body"/>
          </p:nvPr>
        </p:nvSpPr>
        <p:spPr>
          <a:xfrm>
            <a:off x="1141560" y="762120"/>
            <a:ext cx="9905760" cy="2708280"/>
          </a:xfrm>
          <a:prstGeom prst="rect">
            <a:avLst/>
          </a:prstGeom>
        </p:spPr>
        <p:txBody>
          <a:bodyPr lIns="0" tIns="0" rIns="0" bIns="0">
            <a:normAutofit/>
          </a:bodyPr>
          <a:lstStyle/>
          <a:p>
            <a:endParaRPr lang="en-US" sz="2400" b="0" strike="noStrike" spc="-1">
              <a:solidFill>
                <a:srgbClr val="000000"/>
              </a:solidFill>
              <a:latin typeface="Calibri"/>
            </a:endParaRPr>
          </a:p>
        </p:txBody>
      </p:sp>
      <p:sp>
        <p:nvSpPr>
          <p:cNvPr id="125" name="PlaceHolder 3"/>
          <p:cNvSpPr>
            <a:spLocks noGrp="1"/>
          </p:cNvSpPr>
          <p:nvPr>
            <p:ph type="body"/>
          </p:nvPr>
        </p:nvSpPr>
        <p:spPr>
          <a:xfrm>
            <a:off x="1141560" y="3728160"/>
            <a:ext cx="9905760" cy="2708280"/>
          </a:xfrm>
          <a:prstGeom prst="rect">
            <a:avLst/>
          </a:prstGeom>
        </p:spPr>
        <p:txBody>
          <a:bodyPr lIns="0" tIns="0" rIns="0" bIns="0">
            <a:normAutofit/>
          </a:bodyPr>
          <a:lstStyle/>
          <a:p>
            <a:endParaRPr lang="en-US" sz="2400" b="0" strike="noStrike" spc="-1">
              <a:solidFill>
                <a:srgbClr val="000000"/>
              </a:solidFill>
              <a:latin typeface="Calibri"/>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126" name="PlaceHolder 1"/>
          <p:cNvSpPr>
            <a:spLocks noGrp="1"/>
          </p:cNvSpPr>
          <p:nvPr>
            <p:ph type="title"/>
          </p:nvPr>
        </p:nvSpPr>
        <p:spPr>
          <a:xfrm>
            <a:off x="1141560" y="52920"/>
            <a:ext cx="9905760" cy="626760"/>
          </a:xfrm>
          <a:prstGeom prst="rect">
            <a:avLst/>
          </a:prstGeom>
        </p:spPr>
        <p:txBody>
          <a:bodyPr lIns="0" tIns="0" rIns="0" bIns="0" anchor="ctr"/>
          <a:lstStyle/>
          <a:p>
            <a:endParaRPr lang="en-US" sz="1800" b="0" strike="noStrike" spc="-1">
              <a:solidFill>
                <a:srgbClr val="000000"/>
              </a:solidFill>
              <a:latin typeface="Calibri"/>
            </a:endParaRPr>
          </a:p>
        </p:txBody>
      </p:sp>
      <p:sp>
        <p:nvSpPr>
          <p:cNvPr id="127" name="PlaceHolder 2"/>
          <p:cNvSpPr>
            <a:spLocks noGrp="1"/>
          </p:cNvSpPr>
          <p:nvPr>
            <p:ph type="body"/>
          </p:nvPr>
        </p:nvSpPr>
        <p:spPr>
          <a:xfrm>
            <a:off x="1141560" y="762120"/>
            <a:ext cx="4833720" cy="2708280"/>
          </a:xfrm>
          <a:prstGeom prst="rect">
            <a:avLst/>
          </a:prstGeom>
        </p:spPr>
        <p:txBody>
          <a:bodyPr lIns="0" tIns="0" rIns="0" bIns="0">
            <a:normAutofit/>
          </a:bodyPr>
          <a:lstStyle/>
          <a:p>
            <a:endParaRPr lang="en-US" sz="2400" b="0" strike="noStrike" spc="-1">
              <a:solidFill>
                <a:srgbClr val="000000"/>
              </a:solidFill>
              <a:latin typeface="Calibri"/>
            </a:endParaRPr>
          </a:p>
        </p:txBody>
      </p:sp>
      <p:sp>
        <p:nvSpPr>
          <p:cNvPr id="128" name="PlaceHolder 3"/>
          <p:cNvSpPr>
            <a:spLocks noGrp="1"/>
          </p:cNvSpPr>
          <p:nvPr>
            <p:ph type="body"/>
          </p:nvPr>
        </p:nvSpPr>
        <p:spPr>
          <a:xfrm>
            <a:off x="6217200" y="762120"/>
            <a:ext cx="4833720" cy="2708280"/>
          </a:xfrm>
          <a:prstGeom prst="rect">
            <a:avLst/>
          </a:prstGeom>
        </p:spPr>
        <p:txBody>
          <a:bodyPr lIns="0" tIns="0" rIns="0" bIns="0">
            <a:normAutofit/>
          </a:bodyPr>
          <a:lstStyle/>
          <a:p>
            <a:endParaRPr lang="en-US" sz="2400" b="0" strike="noStrike" spc="-1">
              <a:solidFill>
                <a:srgbClr val="000000"/>
              </a:solidFill>
              <a:latin typeface="Calibri"/>
            </a:endParaRPr>
          </a:p>
        </p:txBody>
      </p:sp>
      <p:sp>
        <p:nvSpPr>
          <p:cNvPr id="129" name="PlaceHolder 4"/>
          <p:cNvSpPr>
            <a:spLocks noGrp="1"/>
          </p:cNvSpPr>
          <p:nvPr>
            <p:ph type="body"/>
          </p:nvPr>
        </p:nvSpPr>
        <p:spPr>
          <a:xfrm>
            <a:off x="6217200" y="3728160"/>
            <a:ext cx="4833720" cy="2708280"/>
          </a:xfrm>
          <a:prstGeom prst="rect">
            <a:avLst/>
          </a:prstGeom>
        </p:spPr>
        <p:txBody>
          <a:bodyPr lIns="0" tIns="0" rIns="0" bIns="0">
            <a:normAutofit/>
          </a:bodyPr>
          <a:lstStyle/>
          <a:p>
            <a:endParaRPr lang="en-US" sz="2400" b="0" strike="noStrike" spc="-1">
              <a:solidFill>
                <a:srgbClr val="000000"/>
              </a:solidFill>
              <a:latin typeface="Calibri"/>
            </a:endParaRPr>
          </a:p>
        </p:txBody>
      </p:sp>
      <p:sp>
        <p:nvSpPr>
          <p:cNvPr id="130" name="PlaceHolder 5"/>
          <p:cNvSpPr>
            <a:spLocks noGrp="1"/>
          </p:cNvSpPr>
          <p:nvPr>
            <p:ph type="body"/>
          </p:nvPr>
        </p:nvSpPr>
        <p:spPr>
          <a:xfrm>
            <a:off x="1141560" y="3728160"/>
            <a:ext cx="4833720" cy="2708280"/>
          </a:xfrm>
          <a:prstGeom prst="rect">
            <a:avLst/>
          </a:prstGeom>
        </p:spPr>
        <p:txBody>
          <a:bodyPr lIns="0" tIns="0" rIns="0" bIns="0">
            <a:normAutofit/>
          </a:bodyPr>
          <a:lstStyle/>
          <a:p>
            <a:endParaRPr lang="en-US" sz="2400" b="0" strike="noStrike" spc="-1">
              <a:solidFill>
                <a:srgbClr val="000000"/>
              </a:solidFill>
              <a:latin typeface="Calibri"/>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131" name="PlaceHolder 1"/>
          <p:cNvSpPr>
            <a:spLocks noGrp="1"/>
          </p:cNvSpPr>
          <p:nvPr>
            <p:ph type="title"/>
          </p:nvPr>
        </p:nvSpPr>
        <p:spPr>
          <a:xfrm>
            <a:off x="1141560" y="52920"/>
            <a:ext cx="9905760" cy="626760"/>
          </a:xfrm>
          <a:prstGeom prst="rect">
            <a:avLst/>
          </a:prstGeom>
        </p:spPr>
        <p:txBody>
          <a:bodyPr lIns="0" tIns="0" rIns="0" bIns="0" anchor="ctr"/>
          <a:lstStyle/>
          <a:p>
            <a:endParaRPr lang="en-US" sz="1800" b="0" strike="noStrike" spc="-1">
              <a:solidFill>
                <a:srgbClr val="000000"/>
              </a:solidFill>
              <a:latin typeface="Calibri"/>
            </a:endParaRPr>
          </a:p>
        </p:txBody>
      </p:sp>
      <p:sp>
        <p:nvSpPr>
          <p:cNvPr id="132" name="PlaceHolder 2"/>
          <p:cNvSpPr>
            <a:spLocks noGrp="1"/>
          </p:cNvSpPr>
          <p:nvPr>
            <p:ph type="body"/>
          </p:nvPr>
        </p:nvSpPr>
        <p:spPr>
          <a:xfrm>
            <a:off x="1141560" y="762120"/>
            <a:ext cx="3189240" cy="2708280"/>
          </a:xfrm>
          <a:prstGeom prst="rect">
            <a:avLst/>
          </a:prstGeom>
        </p:spPr>
        <p:txBody>
          <a:bodyPr lIns="0" tIns="0" rIns="0" bIns="0">
            <a:normAutofit/>
          </a:bodyPr>
          <a:lstStyle/>
          <a:p>
            <a:endParaRPr lang="en-US" sz="2400" b="0" strike="noStrike" spc="-1">
              <a:solidFill>
                <a:srgbClr val="000000"/>
              </a:solidFill>
              <a:latin typeface="Calibri"/>
            </a:endParaRPr>
          </a:p>
        </p:txBody>
      </p:sp>
      <p:sp>
        <p:nvSpPr>
          <p:cNvPr id="133" name="PlaceHolder 3"/>
          <p:cNvSpPr>
            <a:spLocks noGrp="1"/>
          </p:cNvSpPr>
          <p:nvPr>
            <p:ph type="body"/>
          </p:nvPr>
        </p:nvSpPr>
        <p:spPr>
          <a:xfrm>
            <a:off x="4490640" y="762120"/>
            <a:ext cx="3189240" cy="2708280"/>
          </a:xfrm>
          <a:prstGeom prst="rect">
            <a:avLst/>
          </a:prstGeom>
        </p:spPr>
        <p:txBody>
          <a:bodyPr lIns="0" tIns="0" rIns="0" bIns="0">
            <a:normAutofit/>
          </a:bodyPr>
          <a:lstStyle/>
          <a:p>
            <a:endParaRPr lang="en-US" sz="2400" b="0" strike="noStrike" spc="-1">
              <a:solidFill>
                <a:srgbClr val="000000"/>
              </a:solidFill>
              <a:latin typeface="Calibri"/>
            </a:endParaRPr>
          </a:p>
        </p:txBody>
      </p:sp>
      <p:sp>
        <p:nvSpPr>
          <p:cNvPr id="134" name="PlaceHolder 4"/>
          <p:cNvSpPr>
            <a:spLocks noGrp="1"/>
          </p:cNvSpPr>
          <p:nvPr>
            <p:ph type="body"/>
          </p:nvPr>
        </p:nvSpPr>
        <p:spPr>
          <a:xfrm>
            <a:off x="7839720" y="762120"/>
            <a:ext cx="3189240" cy="2708280"/>
          </a:xfrm>
          <a:prstGeom prst="rect">
            <a:avLst/>
          </a:prstGeom>
        </p:spPr>
        <p:txBody>
          <a:bodyPr lIns="0" tIns="0" rIns="0" bIns="0">
            <a:normAutofit/>
          </a:bodyPr>
          <a:lstStyle/>
          <a:p>
            <a:endParaRPr lang="en-US" sz="2400" b="0" strike="noStrike" spc="-1">
              <a:solidFill>
                <a:srgbClr val="000000"/>
              </a:solidFill>
              <a:latin typeface="Calibri"/>
            </a:endParaRPr>
          </a:p>
        </p:txBody>
      </p:sp>
      <p:sp>
        <p:nvSpPr>
          <p:cNvPr id="135" name="PlaceHolder 5"/>
          <p:cNvSpPr>
            <a:spLocks noGrp="1"/>
          </p:cNvSpPr>
          <p:nvPr>
            <p:ph type="body"/>
          </p:nvPr>
        </p:nvSpPr>
        <p:spPr>
          <a:xfrm>
            <a:off x="7839720" y="3728160"/>
            <a:ext cx="3189240" cy="2708280"/>
          </a:xfrm>
          <a:prstGeom prst="rect">
            <a:avLst/>
          </a:prstGeom>
        </p:spPr>
        <p:txBody>
          <a:bodyPr lIns="0" tIns="0" rIns="0" bIns="0">
            <a:normAutofit/>
          </a:bodyPr>
          <a:lstStyle/>
          <a:p>
            <a:endParaRPr lang="en-US" sz="2400" b="0" strike="noStrike" spc="-1">
              <a:solidFill>
                <a:srgbClr val="000000"/>
              </a:solidFill>
              <a:latin typeface="Calibri"/>
            </a:endParaRPr>
          </a:p>
        </p:txBody>
      </p:sp>
      <p:sp>
        <p:nvSpPr>
          <p:cNvPr id="136" name="PlaceHolder 6"/>
          <p:cNvSpPr>
            <a:spLocks noGrp="1"/>
          </p:cNvSpPr>
          <p:nvPr>
            <p:ph type="body"/>
          </p:nvPr>
        </p:nvSpPr>
        <p:spPr>
          <a:xfrm>
            <a:off x="4490640" y="3728160"/>
            <a:ext cx="3189240" cy="2708280"/>
          </a:xfrm>
          <a:prstGeom prst="rect">
            <a:avLst/>
          </a:prstGeom>
        </p:spPr>
        <p:txBody>
          <a:bodyPr lIns="0" tIns="0" rIns="0" bIns="0">
            <a:normAutofit/>
          </a:bodyPr>
          <a:lstStyle/>
          <a:p>
            <a:endParaRPr lang="en-US" sz="2400" b="0" strike="noStrike" spc="-1">
              <a:solidFill>
                <a:srgbClr val="000000"/>
              </a:solidFill>
              <a:latin typeface="Calibri"/>
            </a:endParaRPr>
          </a:p>
        </p:txBody>
      </p:sp>
      <p:sp>
        <p:nvSpPr>
          <p:cNvPr id="137" name="PlaceHolder 7"/>
          <p:cNvSpPr>
            <a:spLocks noGrp="1"/>
          </p:cNvSpPr>
          <p:nvPr>
            <p:ph type="body"/>
          </p:nvPr>
        </p:nvSpPr>
        <p:spPr>
          <a:xfrm>
            <a:off x="1141560" y="3728160"/>
            <a:ext cx="3189240" cy="2708280"/>
          </a:xfrm>
          <a:prstGeom prst="rect">
            <a:avLst/>
          </a:prstGeom>
        </p:spPr>
        <p:txBody>
          <a:bodyPr lIns="0" tIns="0" rIns="0" bIns="0">
            <a:normAutofit/>
          </a:bodyPr>
          <a:lstStyle/>
          <a:p>
            <a:endParaRPr lang="en-US" sz="2400" b="0" strike="noStrike" spc="-1">
              <a:solidFill>
                <a:srgbClr val="000000"/>
              </a:solidFill>
              <a:latin typeface="Calibri"/>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
  <p:cSld name="Title and Body">
    <p:spTree>
      <p:nvGrpSpPr>
        <p:cNvPr id="1" name="Shape 12"/>
        <p:cNvGrpSpPr/>
        <p:nvPr/>
      </p:nvGrpSpPr>
      <p:grpSpPr>
        <a:xfrm>
          <a:off x="0" y="0"/>
          <a:ext cx="0" cy="0"/>
          <a:chOff x="0" y="0"/>
          <a:chExt cx="0" cy="0"/>
        </a:xfrm>
      </p:grpSpPr>
      <p:sp>
        <p:nvSpPr>
          <p:cNvPr id="13" name="Shape 13"/>
          <p:cNvSpPr/>
          <p:nvPr/>
        </p:nvSpPr>
        <p:spPr>
          <a:xfrm>
            <a:off x="496047" y="1550894"/>
            <a:ext cx="11199999" cy="5170500"/>
          </a:xfrm>
          <a:prstGeom prst="roundRect">
            <a:avLst>
              <a:gd name="adj" fmla="val 2970"/>
            </a:avLst>
          </a:prstGeom>
          <a:solidFill>
            <a:srgbClr val="FFFFFF"/>
          </a:solidFill>
          <a:ln>
            <a:noFill/>
          </a:ln>
        </p:spPr>
        <p:txBody>
          <a:bodyPr lIns="91425" tIns="45700" rIns="91425" bIns="45700" anchor="ctr" anchorCtr="0">
            <a:noAutofit/>
          </a:bodyPr>
          <a:lstStyle/>
          <a:p>
            <a:pPr>
              <a:spcBef>
                <a:spcPts val="0"/>
              </a:spcBef>
              <a:buNone/>
            </a:pPr>
            <a:endParaRPr sz="1800"/>
          </a:p>
        </p:txBody>
      </p:sp>
      <p:sp>
        <p:nvSpPr>
          <p:cNvPr id="14" name="Shape 14"/>
          <p:cNvSpPr/>
          <p:nvPr/>
        </p:nvSpPr>
        <p:spPr>
          <a:xfrm rot="10800000" flipH="1">
            <a:off x="496047" y="-120"/>
            <a:ext cx="11199999" cy="1399800"/>
          </a:xfrm>
          <a:prstGeom prst="round2SameRect">
            <a:avLst>
              <a:gd name="adj1" fmla="val 10590"/>
              <a:gd name="adj2" fmla="val 0"/>
            </a:avLst>
          </a:prstGeom>
          <a:solidFill>
            <a:srgbClr val="FFFFFF"/>
          </a:solidFill>
          <a:ln>
            <a:noFill/>
          </a:ln>
        </p:spPr>
        <p:txBody>
          <a:bodyPr lIns="91425" tIns="45700" rIns="91425" bIns="45700" anchor="ctr" anchorCtr="0">
            <a:noAutofit/>
          </a:bodyPr>
          <a:lstStyle/>
          <a:p>
            <a:pPr>
              <a:spcBef>
                <a:spcPts val="0"/>
              </a:spcBef>
              <a:buNone/>
            </a:pPr>
            <a:endParaRPr sz="1800"/>
          </a:p>
        </p:txBody>
      </p:sp>
      <p:sp>
        <p:nvSpPr>
          <p:cNvPr id="15" name="Shape 15"/>
          <p:cNvSpPr txBox="1">
            <a:spLocks noGrp="1"/>
          </p:cNvSpPr>
          <p:nvPr>
            <p:ph type="title"/>
          </p:nvPr>
        </p:nvSpPr>
        <p:spPr>
          <a:xfrm>
            <a:off x="609600" y="186035"/>
            <a:ext cx="10972800" cy="1143000"/>
          </a:xfrm>
          <a:prstGeom prst="rect">
            <a:avLst/>
          </a:prstGeom>
          <a:noFill/>
          <a:ln>
            <a:noFill/>
          </a:ln>
        </p:spPr>
        <p:txBody>
          <a:bodyPr lIns="91425" tIns="91425" rIns="91425" bIns="91425" anchor="b" anchorCtr="0"/>
          <a:lstStyle>
            <a:lvl1pPr rtl="0">
              <a:spcBef>
                <a:spcPts val="0"/>
              </a:spcBef>
              <a:defRPr>
                <a:solidFill>
                  <a:schemeClr val="dk2"/>
                </a:solidFill>
              </a:defRPr>
            </a:lvl1pPr>
            <a:lvl2pPr rtl="0">
              <a:spcBef>
                <a:spcPts val="0"/>
              </a:spcBef>
              <a:defRPr>
                <a:solidFill>
                  <a:schemeClr val="dk2"/>
                </a:solidFill>
              </a:defRPr>
            </a:lvl2pPr>
            <a:lvl3pPr rtl="0">
              <a:spcBef>
                <a:spcPts val="0"/>
              </a:spcBef>
              <a:defRPr>
                <a:solidFill>
                  <a:schemeClr val="dk2"/>
                </a:solidFill>
              </a:defRPr>
            </a:lvl3pPr>
            <a:lvl4pPr rtl="0">
              <a:spcBef>
                <a:spcPts val="0"/>
              </a:spcBef>
              <a:defRPr>
                <a:solidFill>
                  <a:schemeClr val="dk2"/>
                </a:solidFill>
              </a:defRPr>
            </a:lvl4pPr>
            <a:lvl5pPr rtl="0">
              <a:spcBef>
                <a:spcPts val="0"/>
              </a:spcBef>
              <a:defRPr>
                <a:solidFill>
                  <a:schemeClr val="dk2"/>
                </a:solidFill>
              </a:defRPr>
            </a:lvl5pPr>
            <a:lvl6pPr rtl="0">
              <a:spcBef>
                <a:spcPts val="0"/>
              </a:spcBef>
              <a:defRPr>
                <a:solidFill>
                  <a:schemeClr val="dk2"/>
                </a:solidFill>
              </a:defRPr>
            </a:lvl6pPr>
            <a:lvl7pPr rtl="0">
              <a:spcBef>
                <a:spcPts val="0"/>
              </a:spcBef>
              <a:defRPr>
                <a:solidFill>
                  <a:schemeClr val="dk2"/>
                </a:solidFill>
              </a:defRPr>
            </a:lvl7pPr>
            <a:lvl8pPr rtl="0">
              <a:spcBef>
                <a:spcPts val="0"/>
              </a:spcBef>
              <a:defRPr>
                <a:solidFill>
                  <a:schemeClr val="dk2"/>
                </a:solidFill>
              </a:defRPr>
            </a:lvl8pPr>
            <a:lvl9pPr rtl="0">
              <a:spcBef>
                <a:spcPts val="0"/>
              </a:spcBef>
              <a:defRPr>
                <a:solidFill>
                  <a:schemeClr val="dk2"/>
                </a:solidFill>
              </a:defRPr>
            </a:lvl9pPr>
          </a:lstStyle>
          <a:p>
            <a:endParaRPr/>
          </a:p>
        </p:txBody>
      </p:sp>
      <p:sp>
        <p:nvSpPr>
          <p:cNvPr id="16" name="Shape 16"/>
          <p:cNvSpPr txBox="1">
            <a:spLocks noGrp="1"/>
          </p:cNvSpPr>
          <p:nvPr>
            <p:ph type="body" idx="1"/>
          </p:nvPr>
        </p:nvSpPr>
        <p:spPr>
          <a:xfrm>
            <a:off x="609600" y="1600200"/>
            <a:ext cx="10972800" cy="4967700"/>
          </a:xfrm>
          <a:prstGeom prst="rect">
            <a:avLst/>
          </a:prstGeom>
          <a:noFill/>
          <a:ln>
            <a:noFill/>
          </a:ln>
        </p:spPr>
        <p:txBody>
          <a:bodyPr lIns="91425" tIns="91425" rIns="91425" bIns="91425" anchor="t" anchorCtr="0"/>
          <a:lstStyle>
            <a:lvl1pPr rtl="0">
              <a:spcBef>
                <a:spcPts val="0"/>
              </a:spcBef>
              <a:defRPr/>
            </a:lvl1pPr>
            <a:lvl2pPr rtl="0">
              <a:spcBef>
                <a:spcPts val="0"/>
              </a:spcBef>
              <a:defRPr/>
            </a:lvl2pPr>
            <a:lvl3pPr rtl="0">
              <a:spcBef>
                <a:spcPts val="0"/>
              </a:spcBef>
              <a:defRPr/>
            </a:lvl3pPr>
            <a:lvl4pPr rtl="0">
              <a:spcBef>
                <a:spcPts val="0"/>
              </a:spcBef>
              <a:defRPr/>
            </a:lvl4pPr>
            <a:lvl5pPr rtl="0">
              <a:spcBef>
                <a:spcPts val="0"/>
              </a:spcBef>
              <a:defRPr sz="1800"/>
            </a:lvl5pPr>
            <a:lvl6pPr rtl="0">
              <a:spcBef>
                <a:spcPts val="0"/>
              </a:spcBef>
              <a:defRPr sz="1800"/>
            </a:lvl6pPr>
            <a:lvl7pPr rtl="0">
              <a:spcBef>
                <a:spcPts val="0"/>
              </a:spcBef>
              <a:defRPr sz="1800"/>
            </a:lvl7pPr>
            <a:lvl8pPr rtl="0">
              <a:spcBef>
                <a:spcPts val="0"/>
              </a:spcBef>
              <a:defRPr sz="1800"/>
            </a:lvl8pPr>
            <a:lvl9pPr rtl="0">
              <a:spcBef>
                <a:spcPts val="0"/>
              </a:spcBef>
              <a:defRPr sz="1800"/>
            </a:lvl9pPr>
          </a:lstStyle>
          <a:p>
            <a:endParaRPr/>
          </a:p>
        </p:txBody>
      </p:sp>
    </p:spTree>
    <p:extLst>
      <p:ext uri="{BB962C8B-B14F-4D97-AF65-F5344CB8AC3E}">
        <p14:creationId xmlns:p14="http://schemas.microsoft.com/office/powerpoint/2010/main" val="474310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02" name="Picture 2"/>
          <p:cNvPicPr/>
          <p:nvPr/>
        </p:nvPicPr>
        <p:blipFill>
          <a:blip r:embed="rId15"/>
          <a:stretch/>
        </p:blipFill>
        <p:spPr>
          <a:xfrm>
            <a:off x="0" y="0"/>
            <a:ext cx="12191760" cy="6857640"/>
          </a:xfrm>
          <a:prstGeom prst="rect">
            <a:avLst/>
          </a:prstGeom>
          <a:ln>
            <a:noFill/>
          </a:ln>
        </p:spPr>
      </p:pic>
      <p:grpSp>
        <p:nvGrpSpPr>
          <p:cNvPr id="103" name="Group 1"/>
          <p:cNvGrpSpPr/>
          <p:nvPr/>
        </p:nvGrpSpPr>
        <p:grpSpPr>
          <a:xfrm>
            <a:off x="-14400" y="0"/>
            <a:ext cx="12053520" cy="6857640"/>
            <a:chOff x="-14400" y="0"/>
            <a:chExt cx="12053520" cy="6857640"/>
          </a:xfrm>
        </p:grpSpPr>
        <p:grpSp>
          <p:nvGrpSpPr>
            <p:cNvPr id="2" name="Group 2"/>
            <p:cNvGrpSpPr/>
            <p:nvPr/>
          </p:nvGrpSpPr>
          <p:grpSpPr>
            <a:xfrm>
              <a:off x="-14400" y="0"/>
              <a:ext cx="1220760" cy="6857640"/>
              <a:chOff x="-14400" y="0"/>
              <a:chExt cx="1220760" cy="6857640"/>
            </a:xfrm>
          </p:grpSpPr>
          <p:sp>
            <p:nvSpPr>
              <p:cNvPr id="3" name="CustomShape 3"/>
              <p:cNvSpPr/>
              <p:nvPr/>
            </p:nvSpPr>
            <p:spPr>
              <a:xfrm>
                <a:off x="114480" y="4680"/>
                <a:ext cx="23400" cy="2180880"/>
              </a:xfrm>
              <a:prstGeom prst="rect">
                <a:avLst/>
              </a:prstGeom>
              <a:gradFill>
                <a:gsLst>
                  <a:gs pos="0">
                    <a:schemeClr val="tx2"/>
                  </a:gs>
                  <a:gs pos="100000">
                    <a:schemeClr val="bg2">
                      <a:lumMod val="60000"/>
                      <a:lumOff val="40000"/>
                    </a:schemeClr>
                  </a:gs>
                </a:gsLst>
                <a:lin ang="5400000"/>
              </a:gradFill>
              <a:ln>
                <a:noFill/>
              </a:ln>
            </p:spPr>
            <p:style>
              <a:lnRef idx="0">
                <a:scrgbClr r="0" g="0" b="0"/>
              </a:lnRef>
              <a:fillRef idx="0">
                <a:scrgbClr r="0" g="0" b="0"/>
              </a:fillRef>
              <a:effectRef idx="0">
                <a:scrgbClr r="0" g="0" b="0"/>
              </a:effectRef>
              <a:fontRef idx="minor"/>
            </p:style>
          </p:sp>
          <p:sp>
            <p:nvSpPr>
              <p:cNvPr id="4" name="CustomShape 4"/>
              <p:cNvSpPr/>
              <p:nvPr/>
            </p:nvSpPr>
            <p:spPr>
              <a:xfrm>
                <a:off x="33480" y="2176560"/>
                <a:ext cx="190080" cy="190080"/>
              </a:xfrm>
              <a:custGeom>
                <a:avLst/>
                <a:gdLst/>
                <a:ahLst/>
                <a:cxnLst/>
                <a:rect l="l" t="t"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adFill>
                <a:gsLst>
                  <a:gs pos="0">
                    <a:schemeClr val="tx2"/>
                  </a:gs>
                  <a:gs pos="100000">
                    <a:schemeClr val="bg2">
                      <a:lumMod val="60000"/>
                      <a:lumOff val="40000"/>
                    </a:schemeClr>
                  </a:gs>
                </a:gsLst>
                <a:lin ang="5400000"/>
              </a:gradFill>
              <a:ln>
                <a:noFill/>
              </a:ln>
            </p:spPr>
            <p:style>
              <a:lnRef idx="0">
                <a:scrgbClr r="0" g="0" b="0"/>
              </a:lnRef>
              <a:fillRef idx="0">
                <a:scrgbClr r="0" g="0" b="0"/>
              </a:fillRef>
              <a:effectRef idx="0">
                <a:scrgbClr r="0" g="0" b="0"/>
              </a:effectRef>
              <a:fontRef idx="minor"/>
            </p:style>
          </p:sp>
          <p:sp>
            <p:nvSpPr>
              <p:cNvPr id="5" name="CustomShape 5"/>
              <p:cNvSpPr/>
              <p:nvPr/>
            </p:nvSpPr>
            <p:spPr>
              <a:xfrm>
                <a:off x="28440" y="4021200"/>
                <a:ext cx="190080" cy="188640"/>
              </a:xfrm>
              <a:custGeom>
                <a:avLst/>
                <a:gdLst/>
                <a:ahLst/>
                <a:cxnLst/>
                <a:rect l="l" t="t"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a:gsLst>
                  <a:gs pos="0">
                    <a:schemeClr val="tx2"/>
                  </a:gs>
                  <a:gs pos="100000">
                    <a:schemeClr val="bg2">
                      <a:lumMod val="60000"/>
                      <a:lumOff val="40000"/>
                    </a:schemeClr>
                  </a:gs>
                </a:gsLst>
                <a:lin ang="5400000"/>
              </a:gradFill>
              <a:ln>
                <a:noFill/>
              </a:ln>
            </p:spPr>
            <p:style>
              <a:lnRef idx="0">
                <a:scrgbClr r="0" g="0" b="0"/>
              </a:lnRef>
              <a:fillRef idx="0">
                <a:scrgbClr r="0" g="0" b="0"/>
              </a:fillRef>
              <a:effectRef idx="0">
                <a:scrgbClr r="0" g="0" b="0"/>
              </a:effectRef>
              <a:fontRef idx="minor"/>
            </p:style>
          </p:sp>
          <p:sp>
            <p:nvSpPr>
              <p:cNvPr id="6" name="CustomShape 6"/>
              <p:cNvSpPr/>
              <p:nvPr/>
            </p:nvSpPr>
            <p:spPr>
              <a:xfrm>
                <a:off x="200160" y="4680"/>
                <a:ext cx="369360" cy="1810800"/>
              </a:xfrm>
              <a:custGeom>
                <a:avLst/>
                <a:gdLst/>
                <a:ahLst/>
                <a:cxnLst/>
                <a:rect l="l" t="t" r="r" b="b"/>
                <a:pathLst>
                  <a:path w="233" h="1141">
                    <a:moveTo>
                      <a:pt x="218" y="1141"/>
                    </a:moveTo>
                    <a:lnTo>
                      <a:pt x="0" y="626"/>
                    </a:lnTo>
                    <a:lnTo>
                      <a:pt x="0" y="0"/>
                    </a:lnTo>
                    <a:lnTo>
                      <a:pt x="15" y="0"/>
                    </a:lnTo>
                    <a:lnTo>
                      <a:pt x="15" y="623"/>
                    </a:lnTo>
                    <a:lnTo>
                      <a:pt x="233" y="1135"/>
                    </a:lnTo>
                    <a:lnTo>
                      <a:pt x="218" y="1141"/>
                    </a:lnTo>
                    <a:close/>
                  </a:path>
                </a:pathLst>
              </a:custGeom>
              <a:gradFill>
                <a:gsLst>
                  <a:gs pos="0">
                    <a:schemeClr val="tx2"/>
                  </a:gs>
                  <a:gs pos="100000">
                    <a:schemeClr val="bg2">
                      <a:lumMod val="60000"/>
                      <a:lumOff val="40000"/>
                    </a:schemeClr>
                  </a:gs>
                </a:gsLst>
                <a:lin ang="5400000"/>
              </a:gradFill>
              <a:ln>
                <a:noFill/>
              </a:ln>
            </p:spPr>
            <p:style>
              <a:lnRef idx="0">
                <a:scrgbClr r="0" g="0" b="0"/>
              </a:lnRef>
              <a:fillRef idx="0">
                <a:scrgbClr r="0" g="0" b="0"/>
              </a:fillRef>
              <a:effectRef idx="0">
                <a:scrgbClr r="0" g="0" b="0"/>
              </a:effectRef>
              <a:fontRef idx="minor"/>
            </p:style>
          </p:sp>
          <p:sp>
            <p:nvSpPr>
              <p:cNvPr id="7" name="CustomShape 7"/>
              <p:cNvSpPr/>
              <p:nvPr/>
            </p:nvSpPr>
            <p:spPr>
              <a:xfrm>
                <a:off x="503280" y="1801800"/>
                <a:ext cx="190080" cy="188640"/>
              </a:xfrm>
              <a:custGeom>
                <a:avLst/>
                <a:gdLst/>
                <a:ahLst/>
                <a:cxnLst/>
                <a:rect l="l" t="t"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adFill>
                <a:gsLst>
                  <a:gs pos="0">
                    <a:schemeClr val="tx2"/>
                  </a:gs>
                  <a:gs pos="100000">
                    <a:schemeClr val="bg2">
                      <a:lumMod val="60000"/>
                      <a:lumOff val="40000"/>
                    </a:schemeClr>
                  </a:gs>
                </a:gsLst>
                <a:lin ang="5400000"/>
              </a:gradFill>
              <a:ln>
                <a:noFill/>
              </a:ln>
            </p:spPr>
            <p:style>
              <a:lnRef idx="0">
                <a:scrgbClr r="0" g="0" b="0"/>
              </a:lnRef>
              <a:fillRef idx="0">
                <a:scrgbClr r="0" g="0" b="0"/>
              </a:fillRef>
              <a:effectRef idx="0">
                <a:scrgbClr r="0" g="0" b="0"/>
              </a:effectRef>
              <a:fontRef idx="minor"/>
            </p:style>
          </p:sp>
          <p:sp>
            <p:nvSpPr>
              <p:cNvPr id="8" name="CustomShape 8"/>
              <p:cNvSpPr/>
              <p:nvPr/>
            </p:nvSpPr>
            <p:spPr>
              <a:xfrm>
                <a:off x="285840" y="4680"/>
                <a:ext cx="369360" cy="1429920"/>
              </a:xfrm>
              <a:custGeom>
                <a:avLst/>
                <a:gdLst/>
                <a:ahLst/>
                <a:cxnLst/>
                <a:rect l="l" t="t" r="r" b="b"/>
                <a:pathLst>
                  <a:path w="233" h="901">
                    <a:moveTo>
                      <a:pt x="221" y="901"/>
                    </a:moveTo>
                    <a:lnTo>
                      <a:pt x="0" y="383"/>
                    </a:lnTo>
                    <a:lnTo>
                      <a:pt x="0" y="0"/>
                    </a:lnTo>
                    <a:lnTo>
                      <a:pt x="18" y="0"/>
                    </a:lnTo>
                    <a:lnTo>
                      <a:pt x="18" y="380"/>
                    </a:lnTo>
                    <a:lnTo>
                      <a:pt x="233" y="895"/>
                    </a:lnTo>
                    <a:lnTo>
                      <a:pt x="221" y="901"/>
                    </a:lnTo>
                    <a:close/>
                  </a:path>
                </a:pathLst>
              </a:custGeom>
              <a:gradFill>
                <a:gsLst>
                  <a:gs pos="0">
                    <a:schemeClr val="tx2"/>
                  </a:gs>
                  <a:gs pos="100000">
                    <a:schemeClr val="bg2">
                      <a:lumMod val="60000"/>
                      <a:lumOff val="40000"/>
                    </a:schemeClr>
                  </a:gs>
                </a:gsLst>
                <a:lin ang="5400000"/>
              </a:gradFill>
              <a:ln>
                <a:noFill/>
              </a:ln>
            </p:spPr>
            <p:style>
              <a:lnRef idx="0">
                <a:scrgbClr r="0" g="0" b="0"/>
              </a:lnRef>
              <a:fillRef idx="0">
                <a:scrgbClr r="0" g="0" b="0"/>
              </a:fillRef>
              <a:effectRef idx="0">
                <a:scrgbClr r="0" g="0" b="0"/>
              </a:effectRef>
              <a:fontRef idx="minor"/>
            </p:style>
          </p:sp>
          <p:sp>
            <p:nvSpPr>
              <p:cNvPr id="9" name="CustomShape 9"/>
              <p:cNvSpPr/>
              <p:nvPr/>
            </p:nvSpPr>
            <p:spPr>
              <a:xfrm>
                <a:off x="546120" y="0"/>
                <a:ext cx="151920" cy="912600"/>
              </a:xfrm>
              <a:custGeom>
                <a:avLst/>
                <a:gdLst/>
                <a:ahLst/>
                <a:cxnLst/>
                <a:rect l="l" t="t" r="r" b="b"/>
                <a:pathLst>
                  <a:path w="96" h="575">
                    <a:moveTo>
                      <a:pt x="96" y="575"/>
                    </a:moveTo>
                    <a:lnTo>
                      <a:pt x="78" y="575"/>
                    </a:lnTo>
                    <a:lnTo>
                      <a:pt x="78" y="192"/>
                    </a:lnTo>
                    <a:lnTo>
                      <a:pt x="0" y="6"/>
                    </a:lnTo>
                    <a:lnTo>
                      <a:pt x="15" y="0"/>
                    </a:lnTo>
                    <a:lnTo>
                      <a:pt x="96" y="189"/>
                    </a:lnTo>
                    <a:lnTo>
                      <a:pt x="96" y="575"/>
                    </a:lnTo>
                    <a:close/>
                  </a:path>
                </a:pathLst>
              </a:custGeom>
              <a:gradFill>
                <a:gsLst>
                  <a:gs pos="0">
                    <a:schemeClr val="tx2"/>
                  </a:gs>
                  <a:gs pos="100000">
                    <a:schemeClr val="bg2">
                      <a:lumMod val="60000"/>
                      <a:lumOff val="40000"/>
                    </a:schemeClr>
                  </a:gs>
                </a:gsLst>
                <a:lin ang="5400000"/>
              </a:gradFill>
              <a:ln>
                <a:noFill/>
              </a:ln>
            </p:spPr>
            <p:style>
              <a:lnRef idx="0">
                <a:scrgbClr r="0" g="0" b="0"/>
              </a:lnRef>
              <a:fillRef idx="0">
                <a:scrgbClr r="0" g="0" b="0"/>
              </a:fillRef>
              <a:effectRef idx="0">
                <a:scrgbClr r="0" g="0" b="0"/>
              </a:effectRef>
              <a:fontRef idx="minor"/>
            </p:style>
          </p:sp>
          <p:sp>
            <p:nvSpPr>
              <p:cNvPr id="10" name="CustomShape 10"/>
              <p:cNvSpPr/>
              <p:nvPr/>
            </p:nvSpPr>
            <p:spPr>
              <a:xfrm>
                <a:off x="588960" y="1420920"/>
                <a:ext cx="190080" cy="190080"/>
              </a:xfrm>
              <a:custGeom>
                <a:avLst/>
                <a:gdLst/>
                <a:ahLst/>
                <a:cxnLst/>
                <a:rect l="l" t="t"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adFill>
                <a:gsLst>
                  <a:gs pos="0">
                    <a:schemeClr val="tx2"/>
                  </a:gs>
                  <a:gs pos="100000">
                    <a:schemeClr val="bg2">
                      <a:lumMod val="60000"/>
                      <a:lumOff val="40000"/>
                    </a:schemeClr>
                  </a:gs>
                </a:gsLst>
                <a:lin ang="5400000"/>
              </a:gradFill>
              <a:ln>
                <a:noFill/>
              </a:ln>
            </p:spPr>
            <p:style>
              <a:lnRef idx="0">
                <a:scrgbClr r="0" g="0" b="0"/>
              </a:lnRef>
              <a:fillRef idx="0">
                <a:scrgbClr r="0" g="0" b="0"/>
              </a:fillRef>
              <a:effectRef idx="0">
                <a:scrgbClr r="0" g="0" b="0"/>
              </a:effectRef>
              <a:fontRef idx="minor"/>
            </p:style>
          </p:sp>
          <p:sp>
            <p:nvSpPr>
              <p:cNvPr id="11" name="CustomShape 11"/>
              <p:cNvSpPr/>
              <p:nvPr/>
            </p:nvSpPr>
            <p:spPr>
              <a:xfrm>
                <a:off x="588960" y="903240"/>
                <a:ext cx="190080" cy="190080"/>
              </a:xfrm>
              <a:custGeom>
                <a:avLst/>
                <a:gdLst/>
                <a:ahLst/>
                <a:cxnLst/>
                <a:rect l="l" t="t"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a:gsLst>
                  <a:gs pos="0">
                    <a:schemeClr val="tx2"/>
                  </a:gs>
                  <a:gs pos="100000">
                    <a:schemeClr val="bg2">
                      <a:lumMod val="60000"/>
                      <a:lumOff val="40000"/>
                    </a:schemeClr>
                  </a:gs>
                </a:gsLst>
                <a:lin ang="5400000"/>
              </a:gradFill>
              <a:ln>
                <a:noFill/>
              </a:ln>
            </p:spPr>
            <p:style>
              <a:lnRef idx="0">
                <a:scrgbClr r="0" g="0" b="0"/>
              </a:lnRef>
              <a:fillRef idx="0">
                <a:scrgbClr r="0" g="0" b="0"/>
              </a:fillRef>
              <a:effectRef idx="0">
                <a:scrgbClr r="0" g="0" b="0"/>
              </a:effectRef>
              <a:fontRef idx="minor"/>
            </p:style>
          </p:sp>
          <p:sp>
            <p:nvSpPr>
              <p:cNvPr id="12" name="CustomShape 12"/>
              <p:cNvSpPr/>
              <p:nvPr/>
            </p:nvSpPr>
            <p:spPr>
              <a:xfrm>
                <a:off x="641520" y="0"/>
                <a:ext cx="421920" cy="526680"/>
              </a:xfrm>
              <a:custGeom>
                <a:avLst/>
                <a:gdLst/>
                <a:ahLst/>
                <a:cxnLst/>
                <a:rect l="l" t="t" r="r" b="b"/>
                <a:pathLst>
                  <a:path w="266" h="332">
                    <a:moveTo>
                      <a:pt x="257" y="332"/>
                    </a:moveTo>
                    <a:lnTo>
                      <a:pt x="48" y="123"/>
                    </a:lnTo>
                    <a:lnTo>
                      <a:pt x="0" y="6"/>
                    </a:lnTo>
                    <a:lnTo>
                      <a:pt x="15" y="0"/>
                    </a:lnTo>
                    <a:lnTo>
                      <a:pt x="63" y="114"/>
                    </a:lnTo>
                    <a:lnTo>
                      <a:pt x="266" y="320"/>
                    </a:lnTo>
                    <a:lnTo>
                      <a:pt x="257" y="332"/>
                    </a:lnTo>
                    <a:close/>
                  </a:path>
                </a:pathLst>
              </a:custGeom>
              <a:gradFill>
                <a:gsLst>
                  <a:gs pos="0">
                    <a:schemeClr val="tx2"/>
                  </a:gs>
                  <a:gs pos="100000">
                    <a:schemeClr val="bg2">
                      <a:lumMod val="60000"/>
                      <a:lumOff val="40000"/>
                    </a:schemeClr>
                  </a:gs>
                </a:gsLst>
                <a:lin ang="5400000"/>
              </a:gradFill>
              <a:ln>
                <a:noFill/>
              </a:ln>
            </p:spPr>
            <p:style>
              <a:lnRef idx="0">
                <a:scrgbClr r="0" g="0" b="0"/>
              </a:lnRef>
              <a:fillRef idx="0">
                <a:scrgbClr r="0" g="0" b="0"/>
              </a:fillRef>
              <a:effectRef idx="0">
                <a:scrgbClr r="0" g="0" b="0"/>
              </a:effectRef>
              <a:fontRef idx="minor"/>
            </p:style>
          </p:sp>
          <p:sp>
            <p:nvSpPr>
              <p:cNvPr id="13" name="CustomShape 13"/>
              <p:cNvSpPr/>
              <p:nvPr/>
            </p:nvSpPr>
            <p:spPr>
              <a:xfrm>
                <a:off x="1020600" y="488880"/>
                <a:ext cx="161640" cy="147240"/>
              </a:xfrm>
              <a:custGeom>
                <a:avLst/>
                <a:gdLst/>
                <a:ahLst/>
                <a:cxnLst/>
                <a:rect l="l" t="t"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adFill>
                <a:gsLst>
                  <a:gs pos="0">
                    <a:schemeClr val="tx2"/>
                  </a:gs>
                  <a:gs pos="100000">
                    <a:schemeClr val="bg2">
                      <a:lumMod val="60000"/>
                      <a:lumOff val="40000"/>
                    </a:schemeClr>
                  </a:gs>
                </a:gsLst>
                <a:lin ang="5400000"/>
              </a:gradFill>
              <a:ln>
                <a:noFill/>
              </a:ln>
            </p:spPr>
            <p:style>
              <a:lnRef idx="0">
                <a:scrgbClr r="0" g="0" b="0"/>
              </a:lnRef>
              <a:fillRef idx="0">
                <a:scrgbClr r="0" g="0" b="0"/>
              </a:fillRef>
              <a:effectRef idx="0">
                <a:scrgbClr r="0" g="0" b="0"/>
              </a:effectRef>
              <a:fontRef idx="minor"/>
            </p:style>
          </p:sp>
          <p:sp>
            <p:nvSpPr>
              <p:cNvPr id="14" name="Line 14"/>
              <p:cNvSpPr/>
              <p:nvPr/>
            </p:nvSpPr>
            <p:spPr>
              <a:xfrm>
                <a:off x="-4680" y="9360"/>
                <a:ext cx="360" cy="360"/>
              </a:xfrm>
              <a:prstGeom prst="line">
                <a:avLst/>
              </a:prstGeom>
              <a:ln>
                <a:solidFill>
                  <a:srgbClr val="FFFFFF"/>
                </a:solidFill>
              </a:ln>
            </p:spPr>
            <p:style>
              <a:lnRef idx="0">
                <a:scrgbClr r="0" g="0" b="0"/>
              </a:lnRef>
              <a:fillRef idx="0">
                <a:scrgbClr r="0" g="0" b="0"/>
              </a:fillRef>
              <a:effectRef idx="0">
                <a:scrgbClr r="0" g="0" b="0"/>
              </a:effectRef>
              <a:fontRef idx="minor"/>
            </p:style>
          </p:sp>
          <p:sp>
            <p:nvSpPr>
              <p:cNvPr id="15" name="CustomShape 15"/>
              <p:cNvSpPr/>
              <p:nvPr/>
            </p:nvSpPr>
            <p:spPr>
              <a:xfrm>
                <a:off x="9360" y="1801800"/>
                <a:ext cx="123480" cy="126720"/>
              </a:xfrm>
              <a:custGeom>
                <a:avLst/>
                <a:gdLst/>
                <a:ahLst/>
                <a:cxnLst/>
                <a:rect l="l" t="t" r="r" b="b"/>
                <a:pathLst>
                  <a:path w="78" h="80">
                    <a:moveTo>
                      <a:pt x="6" y="80"/>
                    </a:moveTo>
                    <a:lnTo>
                      <a:pt x="0" y="71"/>
                    </a:lnTo>
                    <a:lnTo>
                      <a:pt x="69" y="0"/>
                    </a:lnTo>
                    <a:lnTo>
                      <a:pt x="78" y="9"/>
                    </a:lnTo>
                    <a:lnTo>
                      <a:pt x="6" y="80"/>
                    </a:lnTo>
                    <a:close/>
                  </a:path>
                </a:pathLst>
              </a:custGeom>
              <a:gradFill>
                <a:gsLst>
                  <a:gs pos="0">
                    <a:schemeClr val="tx2"/>
                  </a:gs>
                  <a:gs pos="100000">
                    <a:schemeClr val="bg2">
                      <a:lumMod val="60000"/>
                      <a:lumOff val="40000"/>
                    </a:schemeClr>
                  </a:gs>
                </a:gsLst>
                <a:lin ang="5400000"/>
              </a:gradFill>
              <a:ln>
                <a:noFill/>
              </a:ln>
            </p:spPr>
            <p:style>
              <a:lnRef idx="0">
                <a:scrgbClr r="0" g="0" b="0"/>
              </a:lnRef>
              <a:fillRef idx="0">
                <a:scrgbClr r="0" g="0" b="0"/>
              </a:fillRef>
              <a:effectRef idx="0">
                <a:scrgbClr r="0" g="0" b="0"/>
              </a:effectRef>
              <a:fontRef idx="minor"/>
            </p:style>
          </p:sp>
          <p:sp>
            <p:nvSpPr>
              <p:cNvPr id="16" name="CustomShape 16"/>
              <p:cNvSpPr/>
              <p:nvPr/>
            </p:nvSpPr>
            <p:spPr>
              <a:xfrm>
                <a:off x="-9360" y="3549600"/>
                <a:ext cx="147240" cy="480600"/>
              </a:xfrm>
              <a:custGeom>
                <a:avLst/>
                <a:gdLst/>
                <a:ahLst/>
                <a:cxnLst/>
                <a:rect l="l" t="t" r="r" b="b"/>
                <a:pathLst>
                  <a:path w="93" h="303">
                    <a:moveTo>
                      <a:pt x="93" y="303"/>
                    </a:moveTo>
                    <a:lnTo>
                      <a:pt x="78" y="303"/>
                    </a:lnTo>
                    <a:lnTo>
                      <a:pt x="78" y="78"/>
                    </a:lnTo>
                    <a:lnTo>
                      <a:pt x="0" y="12"/>
                    </a:lnTo>
                    <a:lnTo>
                      <a:pt x="12" y="0"/>
                    </a:lnTo>
                    <a:lnTo>
                      <a:pt x="93" y="69"/>
                    </a:lnTo>
                    <a:lnTo>
                      <a:pt x="93" y="303"/>
                    </a:lnTo>
                    <a:close/>
                  </a:path>
                </a:pathLst>
              </a:custGeom>
              <a:gradFill>
                <a:gsLst>
                  <a:gs pos="0">
                    <a:schemeClr val="tx2"/>
                  </a:gs>
                  <a:gs pos="100000">
                    <a:schemeClr val="bg2">
                      <a:lumMod val="60000"/>
                      <a:lumOff val="40000"/>
                    </a:schemeClr>
                  </a:gs>
                </a:gsLst>
                <a:lin ang="5400000"/>
              </a:gradFill>
              <a:ln>
                <a:noFill/>
              </a:ln>
            </p:spPr>
            <p:style>
              <a:lnRef idx="0">
                <a:scrgbClr r="0" g="0" b="0"/>
              </a:lnRef>
              <a:fillRef idx="0">
                <a:scrgbClr r="0" g="0" b="0"/>
              </a:fillRef>
              <a:effectRef idx="0">
                <a:scrgbClr r="0" g="0" b="0"/>
              </a:effectRef>
              <a:fontRef idx="minor"/>
            </p:style>
          </p:sp>
          <p:sp>
            <p:nvSpPr>
              <p:cNvPr id="17" name="CustomShape 17"/>
              <p:cNvSpPr/>
              <p:nvPr/>
            </p:nvSpPr>
            <p:spPr>
              <a:xfrm>
                <a:off x="128520" y="1382760"/>
                <a:ext cx="142560" cy="475920"/>
              </a:xfrm>
              <a:custGeom>
                <a:avLst/>
                <a:gdLst/>
                <a:ahLst/>
                <a:cxnLst/>
                <a:rect l="l" t="t" r="r" b="b"/>
                <a:pathLst>
                  <a:path w="90" h="300">
                    <a:moveTo>
                      <a:pt x="90" y="300"/>
                    </a:moveTo>
                    <a:lnTo>
                      <a:pt x="78" y="300"/>
                    </a:lnTo>
                    <a:lnTo>
                      <a:pt x="78" y="84"/>
                    </a:lnTo>
                    <a:lnTo>
                      <a:pt x="0" y="9"/>
                    </a:lnTo>
                    <a:lnTo>
                      <a:pt x="9" y="0"/>
                    </a:lnTo>
                    <a:lnTo>
                      <a:pt x="90" y="81"/>
                    </a:lnTo>
                    <a:lnTo>
                      <a:pt x="90" y="300"/>
                    </a:lnTo>
                    <a:close/>
                  </a:path>
                </a:pathLst>
              </a:custGeom>
              <a:gradFill>
                <a:gsLst>
                  <a:gs pos="0">
                    <a:schemeClr val="tx2"/>
                  </a:gs>
                  <a:gs pos="100000">
                    <a:schemeClr val="bg2">
                      <a:lumMod val="60000"/>
                      <a:lumOff val="40000"/>
                    </a:schemeClr>
                  </a:gs>
                </a:gsLst>
                <a:lin ang="5400000"/>
              </a:gradFill>
              <a:ln>
                <a:noFill/>
              </a:ln>
            </p:spPr>
            <p:style>
              <a:lnRef idx="0">
                <a:scrgbClr r="0" g="0" b="0"/>
              </a:lnRef>
              <a:fillRef idx="0">
                <a:scrgbClr r="0" g="0" b="0"/>
              </a:fillRef>
              <a:effectRef idx="0">
                <a:scrgbClr r="0" g="0" b="0"/>
              </a:effectRef>
              <a:fontRef idx="minor"/>
            </p:style>
          </p:sp>
          <p:sp>
            <p:nvSpPr>
              <p:cNvPr id="18" name="CustomShape 18"/>
              <p:cNvSpPr/>
              <p:nvPr/>
            </p:nvSpPr>
            <p:spPr>
              <a:xfrm>
                <a:off x="204840" y="1849320"/>
                <a:ext cx="114120" cy="107640"/>
              </a:xfrm>
              <a:custGeom>
                <a:avLst/>
                <a:gdLst/>
                <a:ahLst/>
                <a:cxnLst/>
                <a:rect l="l" t="t"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adFill>
                <a:gsLst>
                  <a:gs pos="0">
                    <a:schemeClr val="tx2"/>
                  </a:gs>
                  <a:gs pos="100000">
                    <a:schemeClr val="bg2">
                      <a:lumMod val="60000"/>
                      <a:lumOff val="40000"/>
                    </a:schemeClr>
                  </a:gs>
                </a:gsLst>
                <a:lin ang="5400000"/>
              </a:gradFill>
              <a:ln>
                <a:noFill/>
              </a:ln>
            </p:spPr>
            <p:style>
              <a:lnRef idx="0">
                <a:scrgbClr r="0" g="0" b="0"/>
              </a:lnRef>
              <a:fillRef idx="0">
                <a:scrgbClr r="0" g="0" b="0"/>
              </a:fillRef>
              <a:effectRef idx="0">
                <a:scrgbClr r="0" g="0" b="0"/>
              </a:effectRef>
              <a:fontRef idx="minor"/>
            </p:style>
          </p:sp>
          <p:sp>
            <p:nvSpPr>
              <p:cNvPr id="19" name="CustomShape 19"/>
              <p:cNvSpPr/>
              <p:nvPr/>
            </p:nvSpPr>
            <p:spPr>
              <a:xfrm>
                <a:off x="133200" y="4662360"/>
                <a:ext cx="23400" cy="2180880"/>
              </a:xfrm>
              <a:prstGeom prst="rect">
                <a:avLst/>
              </a:prstGeom>
              <a:gradFill>
                <a:gsLst>
                  <a:gs pos="0">
                    <a:schemeClr val="tx2"/>
                  </a:gs>
                  <a:gs pos="100000">
                    <a:schemeClr val="bg2">
                      <a:lumMod val="60000"/>
                      <a:lumOff val="40000"/>
                    </a:schemeClr>
                  </a:gs>
                </a:gsLst>
                <a:lin ang="5400000"/>
              </a:gradFill>
              <a:ln>
                <a:noFill/>
              </a:ln>
            </p:spPr>
            <p:style>
              <a:lnRef idx="0">
                <a:scrgbClr r="0" g="0" b="0"/>
              </a:lnRef>
              <a:fillRef idx="0">
                <a:scrgbClr r="0" g="0" b="0"/>
              </a:fillRef>
              <a:effectRef idx="0">
                <a:scrgbClr r="0" g="0" b="0"/>
              </a:effectRef>
              <a:fontRef idx="minor"/>
            </p:style>
          </p:sp>
          <p:sp>
            <p:nvSpPr>
              <p:cNvPr id="20" name="CustomShape 20"/>
              <p:cNvSpPr/>
              <p:nvPr/>
            </p:nvSpPr>
            <p:spPr>
              <a:xfrm>
                <a:off x="223920" y="5041800"/>
                <a:ext cx="369360" cy="1801440"/>
              </a:xfrm>
              <a:custGeom>
                <a:avLst/>
                <a:gdLst/>
                <a:ahLst/>
                <a:cxnLst/>
                <a:rect l="l" t="t" r="r" b="b"/>
                <a:pathLst>
                  <a:path w="233" h="1135">
                    <a:moveTo>
                      <a:pt x="15" y="1135"/>
                    </a:moveTo>
                    <a:lnTo>
                      <a:pt x="0" y="1135"/>
                    </a:lnTo>
                    <a:lnTo>
                      <a:pt x="0" y="515"/>
                    </a:lnTo>
                    <a:lnTo>
                      <a:pt x="0" y="512"/>
                    </a:lnTo>
                    <a:lnTo>
                      <a:pt x="218" y="0"/>
                    </a:lnTo>
                    <a:lnTo>
                      <a:pt x="233" y="6"/>
                    </a:lnTo>
                    <a:lnTo>
                      <a:pt x="15" y="518"/>
                    </a:lnTo>
                    <a:lnTo>
                      <a:pt x="15" y="1135"/>
                    </a:lnTo>
                    <a:close/>
                  </a:path>
                </a:pathLst>
              </a:custGeom>
              <a:gradFill>
                <a:gsLst>
                  <a:gs pos="0">
                    <a:schemeClr val="tx2"/>
                  </a:gs>
                  <a:gs pos="100000">
                    <a:schemeClr val="bg2">
                      <a:lumMod val="60000"/>
                      <a:lumOff val="40000"/>
                    </a:schemeClr>
                  </a:gs>
                </a:gsLst>
                <a:lin ang="5400000"/>
              </a:gradFill>
              <a:ln>
                <a:noFill/>
              </a:ln>
            </p:spPr>
            <p:style>
              <a:lnRef idx="0">
                <a:scrgbClr r="0" g="0" b="0"/>
              </a:lnRef>
              <a:fillRef idx="0">
                <a:scrgbClr r="0" g="0" b="0"/>
              </a:fillRef>
              <a:effectRef idx="0">
                <a:scrgbClr r="0" g="0" b="0"/>
              </a:effectRef>
              <a:fontRef idx="minor"/>
            </p:style>
          </p:sp>
          <p:sp>
            <p:nvSpPr>
              <p:cNvPr id="21" name="CustomShape 21"/>
              <p:cNvSpPr/>
              <p:nvPr/>
            </p:nvSpPr>
            <p:spPr>
              <a:xfrm>
                <a:off x="52560" y="4481640"/>
                <a:ext cx="190080" cy="190080"/>
              </a:xfrm>
              <a:custGeom>
                <a:avLst/>
                <a:gdLst/>
                <a:ahLst/>
                <a:cxnLst/>
                <a:rect l="l" t="t"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adFill>
                <a:gsLst>
                  <a:gs pos="0">
                    <a:schemeClr val="tx2"/>
                  </a:gs>
                  <a:gs pos="100000">
                    <a:schemeClr val="bg2">
                      <a:lumMod val="60000"/>
                      <a:lumOff val="40000"/>
                    </a:schemeClr>
                  </a:gs>
                </a:gsLst>
                <a:lin ang="5400000"/>
              </a:gradFill>
              <a:ln>
                <a:noFill/>
              </a:ln>
            </p:spPr>
            <p:style>
              <a:lnRef idx="0">
                <a:scrgbClr r="0" g="0" b="0"/>
              </a:lnRef>
              <a:fillRef idx="0">
                <a:scrgbClr r="0" g="0" b="0"/>
              </a:fillRef>
              <a:effectRef idx="0">
                <a:scrgbClr r="0" g="0" b="0"/>
              </a:effectRef>
              <a:fontRef idx="minor"/>
            </p:style>
          </p:sp>
          <p:sp>
            <p:nvSpPr>
              <p:cNvPr id="22" name="CustomShape 22"/>
              <p:cNvSpPr/>
              <p:nvPr/>
            </p:nvSpPr>
            <p:spPr>
              <a:xfrm>
                <a:off x="-14400" y="5627520"/>
                <a:ext cx="85320" cy="1215720"/>
              </a:xfrm>
              <a:custGeom>
                <a:avLst/>
                <a:gdLst/>
                <a:ahLst/>
                <a:cxnLst/>
                <a:rect l="l" t="t" r="r" b="b"/>
                <a:pathLst>
                  <a:path w="54" h="766">
                    <a:moveTo>
                      <a:pt x="54" y="766"/>
                    </a:moveTo>
                    <a:lnTo>
                      <a:pt x="36" y="766"/>
                    </a:lnTo>
                    <a:lnTo>
                      <a:pt x="36" y="149"/>
                    </a:lnTo>
                    <a:lnTo>
                      <a:pt x="0" y="3"/>
                    </a:lnTo>
                    <a:lnTo>
                      <a:pt x="18" y="0"/>
                    </a:lnTo>
                    <a:lnTo>
                      <a:pt x="54" y="146"/>
                    </a:lnTo>
                    <a:lnTo>
                      <a:pt x="54" y="766"/>
                    </a:lnTo>
                    <a:close/>
                  </a:path>
                </a:pathLst>
              </a:custGeom>
              <a:gradFill>
                <a:gsLst>
                  <a:gs pos="0">
                    <a:schemeClr val="tx2"/>
                  </a:gs>
                  <a:gs pos="100000">
                    <a:schemeClr val="bg2">
                      <a:lumMod val="60000"/>
                      <a:lumOff val="40000"/>
                    </a:schemeClr>
                  </a:gs>
                </a:gsLst>
                <a:lin ang="5400000"/>
              </a:gradFill>
              <a:ln>
                <a:noFill/>
              </a:ln>
            </p:spPr>
            <p:style>
              <a:lnRef idx="0">
                <a:scrgbClr r="0" g="0" b="0"/>
              </a:lnRef>
              <a:fillRef idx="0">
                <a:scrgbClr r="0" g="0" b="0"/>
              </a:fillRef>
              <a:effectRef idx="0">
                <a:scrgbClr r="0" g="0" b="0"/>
              </a:effectRef>
              <a:fontRef idx="minor"/>
            </p:style>
          </p:sp>
          <p:sp>
            <p:nvSpPr>
              <p:cNvPr id="23" name="CustomShape 23"/>
              <p:cNvSpPr/>
              <p:nvPr/>
            </p:nvSpPr>
            <p:spPr>
              <a:xfrm>
                <a:off x="527040" y="4867200"/>
                <a:ext cx="190080" cy="188640"/>
              </a:xfrm>
              <a:custGeom>
                <a:avLst/>
                <a:gdLst/>
                <a:ahLst/>
                <a:cxnLst/>
                <a:rect l="l" t="t"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a:gsLst>
                  <a:gs pos="0">
                    <a:schemeClr val="tx2"/>
                  </a:gs>
                  <a:gs pos="100000">
                    <a:schemeClr val="bg2">
                      <a:lumMod val="60000"/>
                      <a:lumOff val="40000"/>
                    </a:schemeClr>
                  </a:gs>
                </a:gsLst>
                <a:lin ang="5400000"/>
              </a:gradFill>
              <a:ln>
                <a:noFill/>
              </a:ln>
            </p:spPr>
            <p:style>
              <a:lnRef idx="0">
                <a:scrgbClr r="0" g="0" b="0"/>
              </a:lnRef>
              <a:fillRef idx="0">
                <a:scrgbClr r="0" g="0" b="0"/>
              </a:fillRef>
              <a:effectRef idx="0">
                <a:scrgbClr r="0" g="0" b="0"/>
              </a:effectRef>
              <a:fontRef idx="minor"/>
            </p:style>
          </p:sp>
          <p:sp>
            <p:nvSpPr>
              <p:cNvPr id="24" name="CustomShape 24"/>
              <p:cNvSpPr/>
              <p:nvPr/>
            </p:nvSpPr>
            <p:spPr>
              <a:xfrm>
                <a:off x="309600" y="5423040"/>
                <a:ext cx="374400" cy="1425240"/>
              </a:xfrm>
              <a:custGeom>
                <a:avLst/>
                <a:gdLst/>
                <a:ahLst/>
                <a:cxnLst/>
                <a:rect l="l" t="t" r="r" b="b"/>
                <a:pathLst>
                  <a:path w="236" h="898">
                    <a:moveTo>
                      <a:pt x="18" y="898"/>
                    </a:moveTo>
                    <a:lnTo>
                      <a:pt x="0" y="898"/>
                    </a:lnTo>
                    <a:lnTo>
                      <a:pt x="0" y="515"/>
                    </a:lnTo>
                    <a:lnTo>
                      <a:pt x="3" y="512"/>
                    </a:lnTo>
                    <a:lnTo>
                      <a:pt x="221" y="0"/>
                    </a:lnTo>
                    <a:lnTo>
                      <a:pt x="236" y="6"/>
                    </a:lnTo>
                    <a:lnTo>
                      <a:pt x="18" y="518"/>
                    </a:lnTo>
                    <a:lnTo>
                      <a:pt x="18" y="898"/>
                    </a:lnTo>
                    <a:close/>
                  </a:path>
                </a:pathLst>
              </a:custGeom>
              <a:gradFill>
                <a:gsLst>
                  <a:gs pos="0">
                    <a:schemeClr val="tx2"/>
                  </a:gs>
                  <a:gs pos="100000">
                    <a:schemeClr val="bg2">
                      <a:lumMod val="60000"/>
                      <a:lumOff val="40000"/>
                    </a:schemeClr>
                  </a:gs>
                </a:gsLst>
                <a:lin ang="5400000"/>
              </a:gradFill>
              <a:ln>
                <a:noFill/>
              </a:ln>
            </p:spPr>
            <p:style>
              <a:lnRef idx="0">
                <a:scrgbClr r="0" g="0" b="0"/>
              </a:lnRef>
              <a:fillRef idx="0">
                <a:scrgbClr r="0" g="0" b="0"/>
              </a:fillRef>
              <a:effectRef idx="0">
                <a:scrgbClr r="0" g="0" b="0"/>
              </a:effectRef>
              <a:fontRef idx="minor"/>
            </p:style>
          </p:sp>
          <p:sp>
            <p:nvSpPr>
              <p:cNvPr id="25" name="CustomShape 25"/>
              <p:cNvSpPr/>
              <p:nvPr/>
            </p:nvSpPr>
            <p:spPr>
              <a:xfrm>
                <a:off x="569880" y="5945040"/>
                <a:ext cx="151920" cy="912600"/>
              </a:xfrm>
              <a:custGeom>
                <a:avLst/>
                <a:gdLst/>
                <a:ahLst/>
                <a:cxnLst/>
                <a:rect l="l" t="t" r="r" b="b"/>
                <a:pathLst>
                  <a:path w="96" h="575">
                    <a:moveTo>
                      <a:pt x="15" y="575"/>
                    </a:moveTo>
                    <a:lnTo>
                      <a:pt x="0" y="569"/>
                    </a:lnTo>
                    <a:lnTo>
                      <a:pt x="81" y="383"/>
                    </a:lnTo>
                    <a:lnTo>
                      <a:pt x="81" y="0"/>
                    </a:lnTo>
                    <a:lnTo>
                      <a:pt x="96" y="0"/>
                    </a:lnTo>
                    <a:lnTo>
                      <a:pt x="96" y="386"/>
                    </a:lnTo>
                    <a:lnTo>
                      <a:pt x="15" y="575"/>
                    </a:lnTo>
                    <a:close/>
                  </a:path>
                </a:pathLst>
              </a:custGeom>
              <a:gradFill>
                <a:gsLst>
                  <a:gs pos="0">
                    <a:schemeClr val="tx2"/>
                  </a:gs>
                  <a:gs pos="100000">
                    <a:schemeClr val="bg2">
                      <a:lumMod val="60000"/>
                      <a:lumOff val="40000"/>
                    </a:schemeClr>
                  </a:gs>
                </a:gsLst>
                <a:lin ang="5400000"/>
              </a:gradFill>
              <a:ln>
                <a:noFill/>
              </a:ln>
            </p:spPr>
            <p:style>
              <a:lnRef idx="0">
                <a:scrgbClr r="0" g="0" b="0"/>
              </a:lnRef>
              <a:fillRef idx="0">
                <a:scrgbClr r="0" g="0" b="0"/>
              </a:fillRef>
              <a:effectRef idx="0">
                <a:scrgbClr r="0" g="0" b="0"/>
              </a:effectRef>
              <a:fontRef idx="minor"/>
            </p:style>
          </p:sp>
          <p:sp>
            <p:nvSpPr>
              <p:cNvPr id="26" name="CustomShape 26"/>
              <p:cNvSpPr/>
              <p:nvPr/>
            </p:nvSpPr>
            <p:spPr>
              <a:xfrm>
                <a:off x="612720" y="5246640"/>
                <a:ext cx="190080" cy="190080"/>
              </a:xfrm>
              <a:custGeom>
                <a:avLst/>
                <a:gdLst/>
                <a:ahLst/>
                <a:cxnLst/>
                <a:rect l="l" t="t"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a:gsLst>
                  <a:gs pos="0">
                    <a:schemeClr val="tx2"/>
                  </a:gs>
                  <a:gs pos="100000">
                    <a:schemeClr val="bg2">
                      <a:lumMod val="60000"/>
                      <a:lumOff val="40000"/>
                    </a:schemeClr>
                  </a:gs>
                </a:gsLst>
                <a:lin ang="5400000"/>
              </a:gradFill>
              <a:ln>
                <a:noFill/>
              </a:ln>
            </p:spPr>
            <p:style>
              <a:lnRef idx="0">
                <a:scrgbClr r="0" g="0" b="0"/>
              </a:lnRef>
              <a:fillRef idx="0">
                <a:scrgbClr r="0" g="0" b="0"/>
              </a:fillRef>
              <a:effectRef idx="0">
                <a:scrgbClr r="0" g="0" b="0"/>
              </a:effectRef>
              <a:fontRef idx="minor"/>
            </p:style>
          </p:sp>
          <p:sp>
            <p:nvSpPr>
              <p:cNvPr id="27" name="CustomShape 27"/>
              <p:cNvSpPr/>
              <p:nvPr/>
            </p:nvSpPr>
            <p:spPr>
              <a:xfrm>
                <a:off x="612720" y="5764320"/>
                <a:ext cx="190080" cy="190080"/>
              </a:xfrm>
              <a:custGeom>
                <a:avLst/>
                <a:gdLst/>
                <a:ahLst/>
                <a:cxnLst/>
                <a:rect l="l" t="t"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a:gsLst>
                  <a:gs pos="0">
                    <a:schemeClr val="tx2"/>
                  </a:gs>
                  <a:gs pos="100000">
                    <a:schemeClr val="bg2">
                      <a:lumMod val="60000"/>
                      <a:lumOff val="40000"/>
                    </a:schemeClr>
                  </a:gs>
                </a:gsLst>
                <a:lin ang="5400000"/>
              </a:gradFill>
              <a:ln>
                <a:noFill/>
              </a:ln>
            </p:spPr>
            <p:style>
              <a:lnRef idx="0">
                <a:scrgbClr r="0" g="0" b="0"/>
              </a:lnRef>
              <a:fillRef idx="0">
                <a:scrgbClr r="0" g="0" b="0"/>
              </a:fillRef>
              <a:effectRef idx="0">
                <a:scrgbClr r="0" g="0" b="0"/>
              </a:effectRef>
              <a:fontRef idx="minor"/>
            </p:style>
          </p:sp>
          <p:sp>
            <p:nvSpPr>
              <p:cNvPr id="28" name="CustomShape 28"/>
              <p:cNvSpPr/>
              <p:nvPr/>
            </p:nvSpPr>
            <p:spPr>
              <a:xfrm>
                <a:off x="669960" y="6330960"/>
                <a:ext cx="417240" cy="517320"/>
              </a:xfrm>
              <a:custGeom>
                <a:avLst/>
                <a:gdLst/>
                <a:ahLst/>
                <a:cxnLst/>
                <a:rect l="l" t="t" r="r" b="b"/>
                <a:pathLst>
                  <a:path w="263" h="326">
                    <a:moveTo>
                      <a:pt x="15" y="326"/>
                    </a:moveTo>
                    <a:lnTo>
                      <a:pt x="0" y="320"/>
                    </a:lnTo>
                    <a:lnTo>
                      <a:pt x="45" y="206"/>
                    </a:lnTo>
                    <a:lnTo>
                      <a:pt x="48" y="206"/>
                    </a:lnTo>
                    <a:lnTo>
                      <a:pt x="254" y="0"/>
                    </a:lnTo>
                    <a:lnTo>
                      <a:pt x="263" y="12"/>
                    </a:lnTo>
                    <a:lnTo>
                      <a:pt x="60" y="215"/>
                    </a:lnTo>
                    <a:lnTo>
                      <a:pt x="15" y="326"/>
                    </a:lnTo>
                    <a:close/>
                  </a:path>
                </a:pathLst>
              </a:custGeom>
              <a:gradFill>
                <a:gsLst>
                  <a:gs pos="0">
                    <a:schemeClr val="tx2"/>
                  </a:gs>
                  <a:gs pos="100000">
                    <a:schemeClr val="bg2">
                      <a:lumMod val="60000"/>
                      <a:lumOff val="40000"/>
                    </a:schemeClr>
                  </a:gs>
                </a:gsLst>
                <a:lin ang="5400000"/>
              </a:gradFill>
              <a:ln>
                <a:noFill/>
              </a:ln>
            </p:spPr>
            <p:style>
              <a:lnRef idx="0">
                <a:scrgbClr r="0" g="0" b="0"/>
              </a:lnRef>
              <a:fillRef idx="0">
                <a:scrgbClr r="0" g="0" b="0"/>
              </a:fillRef>
              <a:effectRef idx="0">
                <a:scrgbClr r="0" g="0" b="0"/>
              </a:effectRef>
              <a:fontRef idx="minor"/>
            </p:style>
          </p:sp>
          <p:sp>
            <p:nvSpPr>
              <p:cNvPr id="29" name="CustomShape 29"/>
              <p:cNvSpPr/>
              <p:nvPr/>
            </p:nvSpPr>
            <p:spPr>
              <a:xfrm>
                <a:off x="1049400" y="6221520"/>
                <a:ext cx="156960" cy="147240"/>
              </a:xfrm>
              <a:custGeom>
                <a:avLst/>
                <a:gdLst/>
                <a:ahLst/>
                <a:cxnLst/>
                <a:rect l="l" t="t"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adFill>
                <a:gsLst>
                  <a:gs pos="0">
                    <a:schemeClr val="tx2"/>
                  </a:gs>
                  <a:gs pos="100000">
                    <a:schemeClr val="bg2">
                      <a:lumMod val="60000"/>
                      <a:lumOff val="40000"/>
                    </a:schemeClr>
                  </a:gs>
                </a:gsLst>
                <a:lin ang="5400000"/>
              </a:gradFill>
              <a:ln>
                <a:noFill/>
              </a:ln>
            </p:spPr>
            <p:style>
              <a:lnRef idx="0">
                <a:scrgbClr r="0" g="0" b="0"/>
              </a:lnRef>
              <a:fillRef idx="0">
                <a:scrgbClr r="0" g="0" b="0"/>
              </a:fillRef>
              <a:effectRef idx="0">
                <a:scrgbClr r="0" g="0" b="0"/>
              </a:effectRef>
              <a:fontRef idx="minor"/>
            </p:style>
          </p:sp>
        </p:grpSp>
        <p:grpSp>
          <p:nvGrpSpPr>
            <p:cNvPr id="30" name="Group 30"/>
            <p:cNvGrpSpPr/>
            <p:nvPr/>
          </p:nvGrpSpPr>
          <p:grpSpPr>
            <a:xfrm>
              <a:off x="11364840" y="0"/>
              <a:ext cx="674280" cy="6848280"/>
              <a:chOff x="11364840" y="0"/>
              <a:chExt cx="674280" cy="6848280"/>
            </a:xfrm>
          </p:grpSpPr>
          <p:sp>
            <p:nvSpPr>
              <p:cNvPr id="31" name="CustomShape 31"/>
              <p:cNvSpPr/>
              <p:nvPr/>
            </p:nvSpPr>
            <p:spPr>
              <a:xfrm>
                <a:off x="11484000" y="0"/>
                <a:ext cx="417240" cy="512280"/>
              </a:xfrm>
              <a:custGeom>
                <a:avLst/>
                <a:gdLst/>
                <a:ahLst/>
                <a:cxnLst/>
                <a:rect l="l" t="t" r="r" b="b"/>
                <a:pathLst>
                  <a:path w="263" h="323">
                    <a:moveTo>
                      <a:pt x="12" y="323"/>
                    </a:moveTo>
                    <a:lnTo>
                      <a:pt x="0" y="314"/>
                    </a:lnTo>
                    <a:lnTo>
                      <a:pt x="203" y="108"/>
                    </a:lnTo>
                    <a:lnTo>
                      <a:pt x="248" y="0"/>
                    </a:lnTo>
                    <a:lnTo>
                      <a:pt x="263" y="6"/>
                    </a:lnTo>
                    <a:lnTo>
                      <a:pt x="218" y="117"/>
                    </a:lnTo>
                    <a:lnTo>
                      <a:pt x="218" y="117"/>
                    </a:lnTo>
                    <a:lnTo>
                      <a:pt x="12" y="323"/>
                    </a:lnTo>
                    <a:close/>
                  </a:path>
                </a:pathLst>
              </a:custGeom>
              <a:gradFill>
                <a:gsLst>
                  <a:gs pos="0">
                    <a:schemeClr val="tx2">
                      <a:alpha val="80000"/>
                    </a:schemeClr>
                  </a:gs>
                  <a:gs pos="100000">
                    <a:schemeClr val="bg2">
                      <a:lumMod val="60000"/>
                      <a:lumOff val="40000"/>
                      <a:alpha val="60000"/>
                    </a:schemeClr>
                  </a:gs>
                </a:gsLst>
                <a:lin ang="5400000"/>
              </a:gradFill>
              <a:ln>
                <a:noFill/>
              </a:ln>
            </p:spPr>
            <p:style>
              <a:lnRef idx="0">
                <a:scrgbClr r="0" g="0" b="0"/>
              </a:lnRef>
              <a:fillRef idx="0">
                <a:scrgbClr r="0" g="0" b="0"/>
              </a:fillRef>
              <a:effectRef idx="0">
                <a:scrgbClr r="0" g="0" b="0"/>
              </a:effectRef>
              <a:fontRef idx="minor"/>
            </p:style>
          </p:sp>
          <p:sp>
            <p:nvSpPr>
              <p:cNvPr id="32" name="CustomShape 32"/>
              <p:cNvSpPr/>
              <p:nvPr/>
            </p:nvSpPr>
            <p:spPr>
              <a:xfrm>
                <a:off x="11364840" y="474840"/>
                <a:ext cx="156960" cy="151920"/>
              </a:xfrm>
              <a:custGeom>
                <a:avLst/>
                <a:gdLst/>
                <a:ahLst/>
                <a:cxnLst/>
                <a:rect l="l" t="t"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adFill>
                <a:gsLst>
                  <a:gs pos="0">
                    <a:schemeClr val="tx2">
                      <a:alpha val="80000"/>
                    </a:schemeClr>
                  </a:gs>
                  <a:gs pos="100000">
                    <a:schemeClr val="bg2">
                      <a:lumMod val="60000"/>
                      <a:lumOff val="40000"/>
                      <a:alpha val="60000"/>
                    </a:schemeClr>
                  </a:gs>
                </a:gsLst>
                <a:lin ang="5400000"/>
              </a:gradFill>
              <a:ln>
                <a:noFill/>
              </a:ln>
            </p:spPr>
            <p:style>
              <a:lnRef idx="0">
                <a:scrgbClr r="0" g="0" b="0"/>
              </a:lnRef>
              <a:fillRef idx="0">
                <a:scrgbClr r="0" g="0" b="0"/>
              </a:fillRef>
              <a:effectRef idx="0">
                <a:scrgbClr r="0" g="0" b="0"/>
              </a:effectRef>
              <a:fontRef idx="minor"/>
            </p:style>
          </p:sp>
          <p:sp>
            <p:nvSpPr>
              <p:cNvPr id="33" name="CustomShape 33"/>
              <p:cNvSpPr/>
              <p:nvPr/>
            </p:nvSpPr>
            <p:spPr>
              <a:xfrm>
                <a:off x="11631600" y="1539720"/>
                <a:ext cx="188640" cy="190080"/>
              </a:xfrm>
              <a:custGeom>
                <a:avLst/>
                <a:gdLst/>
                <a:ahLst/>
                <a:cxnLst/>
                <a:rect l="l" t="t"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a:gsLst>
                  <a:gs pos="0">
                    <a:schemeClr val="tx2">
                      <a:alpha val="80000"/>
                    </a:schemeClr>
                  </a:gs>
                  <a:gs pos="100000">
                    <a:schemeClr val="bg2">
                      <a:lumMod val="60000"/>
                      <a:lumOff val="40000"/>
                      <a:alpha val="60000"/>
                    </a:schemeClr>
                  </a:gs>
                </a:gsLst>
                <a:lin ang="5400000"/>
              </a:gradFill>
              <a:ln>
                <a:noFill/>
              </a:ln>
            </p:spPr>
            <p:style>
              <a:lnRef idx="0">
                <a:scrgbClr r="0" g="0" b="0"/>
              </a:lnRef>
              <a:fillRef idx="0">
                <a:scrgbClr r="0" g="0" b="0"/>
              </a:fillRef>
              <a:effectRef idx="0">
                <a:scrgbClr r="0" g="0" b="0"/>
              </a:effectRef>
              <a:fontRef idx="minor"/>
            </p:style>
          </p:sp>
          <p:sp>
            <p:nvSpPr>
              <p:cNvPr id="34" name="CustomShape 34"/>
              <p:cNvSpPr/>
              <p:nvPr/>
            </p:nvSpPr>
            <p:spPr>
              <a:xfrm>
                <a:off x="11531520" y="5694480"/>
                <a:ext cx="298080" cy="1153800"/>
              </a:xfrm>
              <a:custGeom>
                <a:avLst/>
                <a:gdLst/>
                <a:ahLst/>
                <a:cxnLst/>
                <a:rect l="l" t="t" r="r" b="b"/>
                <a:pathLst>
                  <a:path w="188" h="727">
                    <a:moveTo>
                      <a:pt x="15" y="727"/>
                    </a:moveTo>
                    <a:lnTo>
                      <a:pt x="0" y="727"/>
                    </a:lnTo>
                    <a:lnTo>
                      <a:pt x="0" y="407"/>
                    </a:lnTo>
                    <a:lnTo>
                      <a:pt x="0" y="407"/>
                    </a:lnTo>
                    <a:lnTo>
                      <a:pt x="176" y="0"/>
                    </a:lnTo>
                    <a:lnTo>
                      <a:pt x="188" y="6"/>
                    </a:lnTo>
                    <a:lnTo>
                      <a:pt x="15" y="410"/>
                    </a:lnTo>
                    <a:lnTo>
                      <a:pt x="15" y="727"/>
                    </a:lnTo>
                    <a:close/>
                  </a:path>
                </a:pathLst>
              </a:custGeom>
              <a:gradFill>
                <a:gsLst>
                  <a:gs pos="0">
                    <a:schemeClr val="tx2">
                      <a:alpha val="80000"/>
                    </a:schemeClr>
                  </a:gs>
                  <a:gs pos="100000">
                    <a:schemeClr val="bg2">
                      <a:lumMod val="60000"/>
                      <a:lumOff val="40000"/>
                      <a:alpha val="60000"/>
                    </a:schemeClr>
                  </a:gs>
                </a:gsLst>
                <a:lin ang="5400000"/>
              </a:gradFill>
              <a:ln>
                <a:noFill/>
              </a:ln>
            </p:spPr>
            <p:style>
              <a:lnRef idx="0">
                <a:scrgbClr r="0" g="0" b="0"/>
              </a:lnRef>
              <a:fillRef idx="0">
                <a:scrgbClr r="0" g="0" b="0"/>
              </a:fillRef>
              <a:effectRef idx="0">
                <a:scrgbClr r="0" g="0" b="0"/>
              </a:effectRef>
              <a:fontRef idx="minor"/>
            </p:style>
          </p:sp>
          <p:sp>
            <p:nvSpPr>
              <p:cNvPr id="35" name="CustomShape 35"/>
              <p:cNvSpPr/>
              <p:nvPr/>
            </p:nvSpPr>
            <p:spPr>
              <a:xfrm>
                <a:off x="11773080" y="5551560"/>
                <a:ext cx="156960" cy="155160"/>
              </a:xfrm>
              <a:custGeom>
                <a:avLst/>
                <a:gdLst/>
                <a:ahLst/>
                <a:cxnLst/>
                <a:rect l="l" t="t"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adFill>
                <a:gsLst>
                  <a:gs pos="0">
                    <a:schemeClr val="tx2">
                      <a:alpha val="80000"/>
                    </a:schemeClr>
                  </a:gs>
                  <a:gs pos="100000">
                    <a:schemeClr val="bg2">
                      <a:lumMod val="60000"/>
                      <a:lumOff val="40000"/>
                      <a:alpha val="60000"/>
                    </a:schemeClr>
                  </a:gs>
                </a:gsLst>
                <a:lin ang="5400000"/>
              </a:gradFill>
              <a:ln>
                <a:noFill/>
              </a:ln>
            </p:spPr>
            <p:style>
              <a:lnRef idx="0">
                <a:scrgbClr r="0" g="0" b="0"/>
              </a:lnRef>
              <a:fillRef idx="0">
                <a:scrgbClr r="0" g="0" b="0"/>
              </a:fillRef>
              <a:effectRef idx="0">
                <a:scrgbClr r="0" g="0" b="0"/>
              </a:effectRef>
              <a:fontRef idx="minor"/>
            </p:style>
          </p:sp>
          <p:sp>
            <p:nvSpPr>
              <p:cNvPr id="36" name="CustomShape 36"/>
              <p:cNvSpPr/>
              <p:nvPr/>
            </p:nvSpPr>
            <p:spPr>
              <a:xfrm>
                <a:off x="11711160" y="4680"/>
                <a:ext cx="304560" cy="1544400"/>
              </a:xfrm>
              <a:custGeom>
                <a:avLst/>
                <a:gdLst/>
                <a:ahLst/>
                <a:cxnLst/>
                <a:rect l="l" t="t"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adFill>
                <a:gsLst>
                  <a:gs pos="0">
                    <a:schemeClr val="tx2">
                      <a:alpha val="80000"/>
                    </a:schemeClr>
                  </a:gs>
                  <a:gs pos="100000">
                    <a:schemeClr val="bg2">
                      <a:lumMod val="60000"/>
                      <a:lumOff val="40000"/>
                      <a:alpha val="60000"/>
                    </a:schemeClr>
                  </a:gs>
                </a:gsLst>
                <a:lin ang="5400000"/>
              </a:gradFill>
              <a:ln>
                <a:noFill/>
              </a:ln>
            </p:spPr>
            <p:style>
              <a:lnRef idx="0">
                <a:scrgbClr r="0" g="0" b="0"/>
              </a:lnRef>
              <a:fillRef idx="0">
                <a:scrgbClr r="0" g="0" b="0"/>
              </a:fillRef>
              <a:effectRef idx="0">
                <a:scrgbClr r="0" g="0" b="0"/>
              </a:effectRef>
              <a:fontRef idx="minor"/>
            </p:style>
          </p:sp>
          <p:sp>
            <p:nvSpPr>
              <p:cNvPr id="37" name="CustomShape 37"/>
              <p:cNvSpPr/>
              <p:nvPr/>
            </p:nvSpPr>
            <p:spPr>
              <a:xfrm>
                <a:off x="11636280" y="4867200"/>
                <a:ext cx="188640" cy="188640"/>
              </a:xfrm>
              <a:custGeom>
                <a:avLst/>
                <a:gdLst/>
                <a:ahLst/>
                <a:cxnLst/>
                <a:rect l="l" t="t"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a:gsLst>
                  <a:gs pos="0">
                    <a:schemeClr val="tx2">
                      <a:alpha val="80000"/>
                    </a:schemeClr>
                  </a:gs>
                  <a:gs pos="100000">
                    <a:schemeClr val="bg2">
                      <a:lumMod val="60000"/>
                      <a:lumOff val="40000"/>
                      <a:alpha val="60000"/>
                    </a:schemeClr>
                  </a:gs>
                </a:gsLst>
                <a:lin ang="5400000"/>
              </a:gradFill>
              <a:ln>
                <a:noFill/>
              </a:ln>
            </p:spPr>
            <p:style>
              <a:lnRef idx="0">
                <a:scrgbClr r="0" g="0" b="0"/>
              </a:lnRef>
              <a:fillRef idx="0">
                <a:scrgbClr r="0" g="0" b="0"/>
              </a:fillRef>
              <a:effectRef idx="0">
                <a:scrgbClr r="0" g="0" b="0"/>
              </a:effectRef>
              <a:fontRef idx="minor"/>
            </p:style>
          </p:sp>
          <p:sp>
            <p:nvSpPr>
              <p:cNvPr id="38" name="CustomShape 38"/>
              <p:cNvSpPr/>
              <p:nvPr/>
            </p:nvSpPr>
            <p:spPr>
              <a:xfrm>
                <a:off x="11441160" y="5046840"/>
                <a:ext cx="307440" cy="1801440"/>
              </a:xfrm>
              <a:custGeom>
                <a:avLst/>
                <a:gdLst/>
                <a:ahLst/>
                <a:cxnLst/>
                <a:rect l="l" t="t"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adFill>
                <a:gsLst>
                  <a:gs pos="0">
                    <a:schemeClr val="tx2">
                      <a:alpha val="80000"/>
                    </a:schemeClr>
                  </a:gs>
                  <a:gs pos="100000">
                    <a:schemeClr val="bg2">
                      <a:lumMod val="60000"/>
                      <a:lumOff val="40000"/>
                      <a:alpha val="60000"/>
                    </a:schemeClr>
                  </a:gs>
                </a:gsLst>
                <a:lin ang="5400000"/>
              </a:gradFill>
              <a:ln>
                <a:noFill/>
              </a:ln>
            </p:spPr>
            <p:style>
              <a:lnRef idx="0">
                <a:scrgbClr r="0" g="0" b="0"/>
              </a:lnRef>
              <a:fillRef idx="0">
                <a:scrgbClr r="0" g="0" b="0"/>
              </a:fillRef>
              <a:effectRef idx="0">
                <a:scrgbClr r="0" g="0" b="0"/>
              </a:effectRef>
              <a:fontRef idx="minor"/>
            </p:style>
          </p:sp>
          <p:sp>
            <p:nvSpPr>
              <p:cNvPr id="39" name="CustomShape 39"/>
              <p:cNvSpPr/>
              <p:nvPr/>
            </p:nvSpPr>
            <p:spPr>
              <a:xfrm>
                <a:off x="11849040" y="6416640"/>
                <a:ext cx="190080" cy="188640"/>
              </a:xfrm>
              <a:custGeom>
                <a:avLst/>
                <a:gdLst/>
                <a:ahLst/>
                <a:cxnLst/>
                <a:rect l="l" t="t"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a:gsLst>
                  <a:gs pos="0">
                    <a:schemeClr val="tx2">
                      <a:alpha val="80000"/>
                    </a:schemeClr>
                  </a:gs>
                  <a:gs pos="100000">
                    <a:schemeClr val="bg2">
                      <a:lumMod val="60000"/>
                      <a:lumOff val="40000"/>
                      <a:alpha val="60000"/>
                    </a:schemeClr>
                  </a:gs>
                </a:gsLst>
                <a:lin ang="5400000"/>
              </a:gradFill>
              <a:ln>
                <a:noFill/>
              </a:ln>
            </p:spPr>
            <p:style>
              <a:lnRef idx="0">
                <a:scrgbClr r="0" g="0" b="0"/>
              </a:lnRef>
              <a:fillRef idx="0">
                <a:scrgbClr r="0" g="0" b="0"/>
              </a:fillRef>
              <a:effectRef idx="0">
                <a:scrgbClr r="0" g="0" b="0"/>
              </a:effectRef>
              <a:fontRef idx="minor"/>
            </p:style>
          </p:sp>
          <p:sp>
            <p:nvSpPr>
              <p:cNvPr id="40" name="CustomShape 40"/>
              <p:cNvSpPr/>
              <p:nvPr/>
            </p:nvSpPr>
            <p:spPr>
              <a:xfrm>
                <a:off x="11939760" y="6595920"/>
                <a:ext cx="23400" cy="252000"/>
              </a:xfrm>
              <a:prstGeom prst="rect">
                <a:avLst/>
              </a:prstGeom>
              <a:gradFill>
                <a:gsLst>
                  <a:gs pos="0">
                    <a:schemeClr val="tx2">
                      <a:alpha val="80000"/>
                    </a:schemeClr>
                  </a:gs>
                  <a:gs pos="100000">
                    <a:schemeClr val="bg2">
                      <a:lumMod val="60000"/>
                      <a:lumOff val="40000"/>
                      <a:alpha val="60000"/>
                    </a:schemeClr>
                  </a:gs>
                </a:gsLst>
                <a:lin ang="5400000"/>
              </a:gradFill>
              <a:ln>
                <a:noFill/>
              </a:ln>
            </p:spPr>
            <p:style>
              <a:lnRef idx="0">
                <a:scrgbClr r="0" g="0" b="0"/>
              </a:lnRef>
              <a:fillRef idx="0">
                <a:scrgbClr r="0" g="0" b="0"/>
              </a:fillRef>
              <a:effectRef idx="0">
                <a:scrgbClr r="0" g="0" b="0"/>
              </a:effectRef>
              <a:fontRef idx="minor"/>
            </p:style>
          </p:sp>
        </p:grpSp>
      </p:grpSp>
      <p:pic>
        <p:nvPicPr>
          <p:cNvPr id="41" name="Picture 2"/>
          <p:cNvPicPr/>
          <p:nvPr/>
        </p:nvPicPr>
        <p:blipFill>
          <a:blip r:embed="rId15"/>
          <a:stretch/>
        </p:blipFill>
        <p:spPr>
          <a:xfrm>
            <a:off x="0" y="0"/>
            <a:ext cx="12191760" cy="6857640"/>
          </a:xfrm>
          <a:prstGeom prst="rect">
            <a:avLst/>
          </a:prstGeom>
          <a:ln>
            <a:noFill/>
          </a:ln>
        </p:spPr>
      </p:pic>
      <p:grpSp>
        <p:nvGrpSpPr>
          <p:cNvPr id="42" name="Group 41"/>
          <p:cNvGrpSpPr/>
          <p:nvPr/>
        </p:nvGrpSpPr>
        <p:grpSpPr>
          <a:xfrm>
            <a:off x="0" y="0"/>
            <a:ext cx="2304720" cy="6857640"/>
            <a:chOff x="0" y="0"/>
            <a:chExt cx="2304720" cy="6857640"/>
          </a:xfrm>
        </p:grpSpPr>
        <p:sp>
          <p:nvSpPr>
            <p:cNvPr id="43" name="CustomShape 42"/>
            <p:cNvSpPr/>
            <p:nvPr/>
          </p:nvSpPr>
          <p:spPr>
            <a:xfrm>
              <a:off x="1209600" y="4680"/>
              <a:ext cx="23400" cy="2180880"/>
            </a:xfrm>
            <a:prstGeom prst="rect">
              <a:avLst/>
            </a:prstGeom>
            <a:gradFill>
              <a:gsLst>
                <a:gs pos="0">
                  <a:schemeClr val="tx2"/>
                </a:gs>
                <a:gs pos="100000">
                  <a:schemeClr val="bg2">
                    <a:lumMod val="60000"/>
                    <a:lumOff val="40000"/>
                  </a:schemeClr>
                </a:gs>
              </a:gsLst>
              <a:lin ang="5400000"/>
            </a:gradFill>
            <a:ln>
              <a:noFill/>
            </a:ln>
          </p:spPr>
          <p:style>
            <a:lnRef idx="0">
              <a:scrgbClr r="0" g="0" b="0"/>
            </a:lnRef>
            <a:fillRef idx="0">
              <a:scrgbClr r="0" g="0" b="0"/>
            </a:fillRef>
            <a:effectRef idx="0">
              <a:scrgbClr r="0" g="0" b="0"/>
            </a:effectRef>
            <a:fontRef idx="minor"/>
          </p:style>
        </p:sp>
        <p:sp>
          <p:nvSpPr>
            <p:cNvPr id="44" name="CustomShape 43"/>
            <p:cNvSpPr/>
            <p:nvPr/>
          </p:nvSpPr>
          <p:spPr>
            <a:xfrm>
              <a:off x="1128600" y="2176560"/>
              <a:ext cx="190080" cy="190080"/>
            </a:xfrm>
            <a:custGeom>
              <a:avLst/>
              <a:gdLst/>
              <a:ahLst/>
              <a:cxnLst/>
              <a:rect l="l" t="t"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adFill>
              <a:gsLst>
                <a:gs pos="0">
                  <a:schemeClr val="tx2"/>
                </a:gs>
                <a:gs pos="100000">
                  <a:schemeClr val="bg2">
                    <a:lumMod val="60000"/>
                    <a:lumOff val="40000"/>
                  </a:schemeClr>
                </a:gs>
              </a:gsLst>
              <a:lin ang="5400000"/>
            </a:gradFill>
            <a:ln>
              <a:noFill/>
            </a:ln>
          </p:spPr>
          <p:style>
            <a:lnRef idx="0">
              <a:scrgbClr r="0" g="0" b="0"/>
            </a:lnRef>
            <a:fillRef idx="0">
              <a:scrgbClr r="0" g="0" b="0"/>
            </a:fillRef>
            <a:effectRef idx="0">
              <a:scrgbClr r="0" g="0" b="0"/>
            </a:effectRef>
            <a:fontRef idx="minor"/>
          </p:style>
        </p:sp>
        <p:sp>
          <p:nvSpPr>
            <p:cNvPr id="45" name="CustomShape 44"/>
            <p:cNvSpPr/>
            <p:nvPr/>
          </p:nvSpPr>
          <p:spPr>
            <a:xfrm>
              <a:off x="1123920" y="4021200"/>
              <a:ext cx="190080" cy="188640"/>
            </a:xfrm>
            <a:custGeom>
              <a:avLst/>
              <a:gdLst/>
              <a:ahLst/>
              <a:cxnLst/>
              <a:rect l="l" t="t"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a:gsLst>
                <a:gs pos="0">
                  <a:schemeClr val="tx2"/>
                </a:gs>
                <a:gs pos="100000">
                  <a:schemeClr val="bg2">
                    <a:lumMod val="60000"/>
                    <a:lumOff val="40000"/>
                  </a:schemeClr>
                </a:gs>
              </a:gsLst>
              <a:lin ang="5400000"/>
            </a:gradFill>
            <a:ln>
              <a:noFill/>
            </a:ln>
          </p:spPr>
          <p:style>
            <a:lnRef idx="0">
              <a:scrgbClr r="0" g="0" b="0"/>
            </a:lnRef>
            <a:fillRef idx="0">
              <a:scrgbClr r="0" g="0" b="0"/>
            </a:fillRef>
            <a:effectRef idx="0">
              <a:scrgbClr r="0" g="0" b="0"/>
            </a:effectRef>
            <a:fontRef idx="minor"/>
          </p:style>
        </p:sp>
        <p:sp>
          <p:nvSpPr>
            <p:cNvPr id="46" name="CustomShape 45"/>
            <p:cNvSpPr/>
            <p:nvPr/>
          </p:nvSpPr>
          <p:spPr>
            <a:xfrm>
              <a:off x="414360" y="9360"/>
              <a:ext cx="28080" cy="4481280"/>
            </a:xfrm>
            <a:prstGeom prst="rect">
              <a:avLst/>
            </a:prstGeom>
            <a:gradFill>
              <a:gsLst>
                <a:gs pos="0">
                  <a:schemeClr val="tx2"/>
                </a:gs>
                <a:gs pos="100000">
                  <a:schemeClr val="bg2">
                    <a:lumMod val="60000"/>
                    <a:lumOff val="40000"/>
                  </a:schemeClr>
                </a:gs>
              </a:gsLst>
              <a:lin ang="5400000"/>
            </a:gradFill>
            <a:ln>
              <a:noFill/>
            </a:ln>
          </p:spPr>
          <p:style>
            <a:lnRef idx="0">
              <a:scrgbClr r="0" g="0" b="0"/>
            </a:lnRef>
            <a:fillRef idx="0">
              <a:scrgbClr r="0" g="0" b="0"/>
            </a:fillRef>
            <a:effectRef idx="0">
              <a:scrgbClr r="0" g="0" b="0"/>
            </a:effectRef>
            <a:fontRef idx="minor"/>
          </p:style>
        </p:sp>
        <p:sp>
          <p:nvSpPr>
            <p:cNvPr id="47" name="CustomShape 46"/>
            <p:cNvSpPr/>
            <p:nvPr/>
          </p:nvSpPr>
          <p:spPr>
            <a:xfrm>
              <a:off x="333360" y="4481640"/>
              <a:ext cx="190080" cy="190080"/>
            </a:xfrm>
            <a:custGeom>
              <a:avLst/>
              <a:gdLst/>
              <a:ahLst/>
              <a:cxnLst/>
              <a:rect l="l" t="t"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a:gsLst>
                <a:gs pos="0">
                  <a:schemeClr val="tx2"/>
                </a:gs>
                <a:gs pos="100000">
                  <a:schemeClr val="bg2">
                    <a:lumMod val="60000"/>
                    <a:lumOff val="40000"/>
                  </a:schemeClr>
                </a:gs>
              </a:gsLst>
              <a:lin ang="5400000"/>
            </a:gradFill>
            <a:ln>
              <a:noFill/>
            </a:ln>
          </p:spPr>
          <p:style>
            <a:lnRef idx="0">
              <a:scrgbClr r="0" g="0" b="0"/>
            </a:lnRef>
            <a:fillRef idx="0">
              <a:scrgbClr r="0" g="0" b="0"/>
            </a:fillRef>
            <a:effectRef idx="0">
              <a:scrgbClr r="0" g="0" b="0"/>
            </a:effectRef>
            <a:fontRef idx="minor"/>
          </p:style>
        </p:sp>
        <p:sp>
          <p:nvSpPr>
            <p:cNvPr id="48" name="CustomShape 47"/>
            <p:cNvSpPr/>
            <p:nvPr/>
          </p:nvSpPr>
          <p:spPr>
            <a:xfrm>
              <a:off x="190440" y="9360"/>
              <a:ext cx="151920" cy="907560"/>
            </a:xfrm>
            <a:custGeom>
              <a:avLst/>
              <a:gdLst/>
              <a:ahLst/>
              <a:cxnLst/>
              <a:rect l="l" t="t" r="r" b="b"/>
              <a:pathLst>
                <a:path w="96" h="572">
                  <a:moveTo>
                    <a:pt x="15" y="572"/>
                  </a:moveTo>
                  <a:lnTo>
                    <a:pt x="0" y="566"/>
                  </a:lnTo>
                  <a:lnTo>
                    <a:pt x="81" y="380"/>
                  </a:lnTo>
                  <a:lnTo>
                    <a:pt x="81" y="0"/>
                  </a:lnTo>
                  <a:lnTo>
                    <a:pt x="96" y="0"/>
                  </a:lnTo>
                  <a:lnTo>
                    <a:pt x="96" y="383"/>
                  </a:lnTo>
                  <a:lnTo>
                    <a:pt x="15" y="572"/>
                  </a:lnTo>
                  <a:close/>
                </a:path>
              </a:pathLst>
            </a:custGeom>
            <a:gradFill>
              <a:gsLst>
                <a:gs pos="0">
                  <a:schemeClr val="tx2"/>
                </a:gs>
                <a:gs pos="100000">
                  <a:schemeClr val="bg2">
                    <a:lumMod val="60000"/>
                    <a:lumOff val="40000"/>
                  </a:schemeClr>
                </a:gs>
              </a:gsLst>
              <a:lin ang="5400000"/>
            </a:gradFill>
            <a:ln>
              <a:noFill/>
            </a:ln>
          </p:spPr>
          <p:style>
            <a:lnRef idx="0">
              <a:scrgbClr r="0" g="0" b="0"/>
            </a:lnRef>
            <a:fillRef idx="0">
              <a:scrgbClr r="0" g="0" b="0"/>
            </a:fillRef>
            <a:effectRef idx="0">
              <a:scrgbClr r="0" g="0" b="0"/>
            </a:effectRef>
            <a:fontRef idx="minor"/>
          </p:style>
        </p:sp>
        <p:sp>
          <p:nvSpPr>
            <p:cNvPr id="49" name="CustomShape 48"/>
            <p:cNvSpPr/>
            <p:nvPr/>
          </p:nvSpPr>
          <p:spPr>
            <a:xfrm>
              <a:off x="1290600" y="14400"/>
              <a:ext cx="375840" cy="1801440"/>
            </a:xfrm>
            <a:custGeom>
              <a:avLst/>
              <a:gdLst/>
              <a:ahLst/>
              <a:cxnLst/>
              <a:rect l="l" t="t" r="r" b="b"/>
              <a:pathLst>
                <a:path w="237" h="1135">
                  <a:moveTo>
                    <a:pt x="222" y="1135"/>
                  </a:moveTo>
                  <a:lnTo>
                    <a:pt x="0" y="620"/>
                  </a:lnTo>
                  <a:lnTo>
                    <a:pt x="0" y="0"/>
                  </a:lnTo>
                  <a:lnTo>
                    <a:pt x="18" y="0"/>
                  </a:lnTo>
                  <a:lnTo>
                    <a:pt x="18" y="617"/>
                  </a:lnTo>
                  <a:lnTo>
                    <a:pt x="237" y="1129"/>
                  </a:lnTo>
                  <a:lnTo>
                    <a:pt x="222" y="1135"/>
                  </a:lnTo>
                  <a:close/>
                </a:path>
              </a:pathLst>
            </a:custGeom>
            <a:gradFill>
              <a:gsLst>
                <a:gs pos="0">
                  <a:schemeClr val="tx2"/>
                </a:gs>
                <a:gs pos="100000">
                  <a:schemeClr val="bg2">
                    <a:lumMod val="60000"/>
                    <a:lumOff val="40000"/>
                  </a:schemeClr>
                </a:gs>
              </a:gsLst>
              <a:lin ang="5400000"/>
            </a:gradFill>
            <a:ln>
              <a:noFill/>
            </a:ln>
          </p:spPr>
          <p:style>
            <a:lnRef idx="0">
              <a:scrgbClr r="0" g="0" b="0"/>
            </a:lnRef>
            <a:fillRef idx="0">
              <a:scrgbClr r="0" g="0" b="0"/>
            </a:fillRef>
            <a:effectRef idx="0">
              <a:scrgbClr r="0" g="0" b="0"/>
            </a:effectRef>
            <a:fontRef idx="minor"/>
          </p:style>
        </p:sp>
        <p:sp>
          <p:nvSpPr>
            <p:cNvPr id="50" name="CustomShape 49"/>
            <p:cNvSpPr/>
            <p:nvPr/>
          </p:nvSpPr>
          <p:spPr>
            <a:xfrm>
              <a:off x="1600200" y="1801800"/>
              <a:ext cx="190080" cy="188640"/>
            </a:xfrm>
            <a:custGeom>
              <a:avLst/>
              <a:gdLst/>
              <a:ahLst/>
              <a:cxnLst/>
              <a:rect l="l" t="t"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adFill>
              <a:gsLst>
                <a:gs pos="0">
                  <a:schemeClr val="tx2"/>
                </a:gs>
                <a:gs pos="100000">
                  <a:schemeClr val="bg2">
                    <a:lumMod val="60000"/>
                    <a:lumOff val="40000"/>
                  </a:schemeClr>
                </a:gs>
              </a:gsLst>
              <a:lin ang="5400000"/>
            </a:gradFill>
            <a:ln>
              <a:noFill/>
            </a:ln>
          </p:spPr>
          <p:style>
            <a:lnRef idx="0">
              <a:scrgbClr r="0" g="0" b="0"/>
            </a:lnRef>
            <a:fillRef idx="0">
              <a:scrgbClr r="0" g="0" b="0"/>
            </a:fillRef>
            <a:effectRef idx="0">
              <a:scrgbClr r="0" g="0" b="0"/>
            </a:effectRef>
            <a:fontRef idx="minor"/>
          </p:style>
        </p:sp>
        <p:sp>
          <p:nvSpPr>
            <p:cNvPr id="51" name="CustomShape 50"/>
            <p:cNvSpPr/>
            <p:nvPr/>
          </p:nvSpPr>
          <p:spPr>
            <a:xfrm>
              <a:off x="1380960" y="9360"/>
              <a:ext cx="371160" cy="1425240"/>
            </a:xfrm>
            <a:custGeom>
              <a:avLst/>
              <a:gdLst/>
              <a:ahLst/>
              <a:cxnLst/>
              <a:rect l="l" t="t" r="r" b="b"/>
              <a:pathLst>
                <a:path w="234" h="898">
                  <a:moveTo>
                    <a:pt x="219" y="898"/>
                  </a:moveTo>
                  <a:lnTo>
                    <a:pt x="0" y="383"/>
                  </a:lnTo>
                  <a:lnTo>
                    <a:pt x="0" y="0"/>
                  </a:lnTo>
                  <a:lnTo>
                    <a:pt x="15" y="0"/>
                  </a:lnTo>
                  <a:lnTo>
                    <a:pt x="15" y="380"/>
                  </a:lnTo>
                  <a:lnTo>
                    <a:pt x="234" y="892"/>
                  </a:lnTo>
                  <a:lnTo>
                    <a:pt x="219" y="898"/>
                  </a:lnTo>
                  <a:close/>
                </a:path>
              </a:pathLst>
            </a:custGeom>
            <a:gradFill>
              <a:gsLst>
                <a:gs pos="0">
                  <a:schemeClr val="tx2"/>
                </a:gs>
                <a:gs pos="100000">
                  <a:schemeClr val="bg2">
                    <a:lumMod val="60000"/>
                    <a:lumOff val="40000"/>
                  </a:schemeClr>
                </a:gs>
              </a:gsLst>
              <a:lin ang="5400000"/>
            </a:gradFill>
            <a:ln>
              <a:noFill/>
            </a:ln>
          </p:spPr>
          <p:style>
            <a:lnRef idx="0">
              <a:scrgbClr r="0" g="0" b="0"/>
            </a:lnRef>
            <a:fillRef idx="0">
              <a:scrgbClr r="0" g="0" b="0"/>
            </a:fillRef>
            <a:effectRef idx="0">
              <a:scrgbClr r="0" g="0" b="0"/>
            </a:effectRef>
            <a:fontRef idx="minor"/>
          </p:style>
        </p:sp>
        <p:sp>
          <p:nvSpPr>
            <p:cNvPr id="52" name="CustomShape 51"/>
            <p:cNvSpPr/>
            <p:nvPr/>
          </p:nvSpPr>
          <p:spPr>
            <a:xfrm>
              <a:off x="1643040" y="0"/>
              <a:ext cx="151920" cy="912600"/>
            </a:xfrm>
            <a:custGeom>
              <a:avLst/>
              <a:gdLst/>
              <a:ahLst/>
              <a:cxnLst/>
              <a:rect l="l" t="t" r="r" b="b"/>
              <a:pathLst>
                <a:path w="96" h="575">
                  <a:moveTo>
                    <a:pt x="96" y="575"/>
                  </a:moveTo>
                  <a:lnTo>
                    <a:pt x="78" y="575"/>
                  </a:lnTo>
                  <a:lnTo>
                    <a:pt x="78" y="192"/>
                  </a:lnTo>
                  <a:lnTo>
                    <a:pt x="0" y="6"/>
                  </a:lnTo>
                  <a:lnTo>
                    <a:pt x="15" y="0"/>
                  </a:lnTo>
                  <a:lnTo>
                    <a:pt x="96" y="189"/>
                  </a:lnTo>
                  <a:lnTo>
                    <a:pt x="96" y="575"/>
                  </a:lnTo>
                  <a:close/>
                </a:path>
              </a:pathLst>
            </a:custGeom>
            <a:gradFill>
              <a:gsLst>
                <a:gs pos="0">
                  <a:schemeClr val="tx2"/>
                </a:gs>
                <a:gs pos="100000">
                  <a:schemeClr val="bg2">
                    <a:lumMod val="60000"/>
                    <a:lumOff val="40000"/>
                  </a:schemeClr>
                </a:gs>
              </a:gsLst>
              <a:lin ang="5400000"/>
            </a:gradFill>
            <a:ln>
              <a:noFill/>
            </a:ln>
          </p:spPr>
          <p:style>
            <a:lnRef idx="0">
              <a:scrgbClr r="0" g="0" b="0"/>
            </a:lnRef>
            <a:fillRef idx="0">
              <a:scrgbClr r="0" g="0" b="0"/>
            </a:fillRef>
            <a:effectRef idx="0">
              <a:scrgbClr r="0" g="0" b="0"/>
            </a:effectRef>
            <a:fontRef idx="minor"/>
          </p:style>
        </p:sp>
        <p:sp>
          <p:nvSpPr>
            <p:cNvPr id="53" name="CustomShape 52"/>
            <p:cNvSpPr/>
            <p:nvPr/>
          </p:nvSpPr>
          <p:spPr>
            <a:xfrm>
              <a:off x="1685880" y="1420920"/>
              <a:ext cx="190080" cy="190080"/>
            </a:xfrm>
            <a:custGeom>
              <a:avLst/>
              <a:gdLst/>
              <a:ahLst/>
              <a:cxnLst/>
              <a:rect l="l" t="t"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a:gsLst>
                <a:gs pos="0">
                  <a:schemeClr val="tx2"/>
                </a:gs>
                <a:gs pos="100000">
                  <a:schemeClr val="bg2">
                    <a:lumMod val="60000"/>
                    <a:lumOff val="40000"/>
                  </a:schemeClr>
                </a:gs>
              </a:gsLst>
              <a:lin ang="5400000"/>
            </a:gradFill>
            <a:ln>
              <a:noFill/>
            </a:ln>
          </p:spPr>
          <p:style>
            <a:lnRef idx="0">
              <a:scrgbClr r="0" g="0" b="0"/>
            </a:lnRef>
            <a:fillRef idx="0">
              <a:scrgbClr r="0" g="0" b="0"/>
            </a:fillRef>
            <a:effectRef idx="0">
              <a:scrgbClr r="0" g="0" b="0"/>
            </a:effectRef>
            <a:fontRef idx="minor"/>
          </p:style>
        </p:sp>
        <p:sp>
          <p:nvSpPr>
            <p:cNvPr id="54" name="CustomShape 53"/>
            <p:cNvSpPr/>
            <p:nvPr/>
          </p:nvSpPr>
          <p:spPr>
            <a:xfrm>
              <a:off x="1685880" y="903240"/>
              <a:ext cx="190080" cy="190080"/>
            </a:xfrm>
            <a:custGeom>
              <a:avLst/>
              <a:gdLst/>
              <a:ahLst/>
              <a:cxnLst/>
              <a:rect l="l" t="t"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a:gsLst>
                <a:gs pos="0">
                  <a:schemeClr val="tx2"/>
                </a:gs>
                <a:gs pos="100000">
                  <a:schemeClr val="bg2">
                    <a:lumMod val="60000"/>
                    <a:lumOff val="40000"/>
                  </a:schemeClr>
                </a:gs>
              </a:gsLst>
              <a:lin ang="5400000"/>
            </a:gradFill>
            <a:ln>
              <a:noFill/>
            </a:ln>
          </p:spPr>
          <p:style>
            <a:lnRef idx="0">
              <a:scrgbClr r="0" g="0" b="0"/>
            </a:lnRef>
            <a:fillRef idx="0">
              <a:scrgbClr r="0" g="0" b="0"/>
            </a:fillRef>
            <a:effectRef idx="0">
              <a:scrgbClr r="0" g="0" b="0"/>
            </a:effectRef>
            <a:fontRef idx="minor"/>
          </p:style>
        </p:sp>
        <p:sp>
          <p:nvSpPr>
            <p:cNvPr id="55" name="CustomShape 54"/>
            <p:cNvSpPr/>
            <p:nvPr/>
          </p:nvSpPr>
          <p:spPr>
            <a:xfrm>
              <a:off x="1743120" y="4680"/>
              <a:ext cx="418680" cy="522000"/>
            </a:xfrm>
            <a:custGeom>
              <a:avLst/>
              <a:gdLst/>
              <a:ahLst/>
              <a:cxnLst/>
              <a:rect l="l" t="t" r="r" b="b"/>
              <a:pathLst>
                <a:path w="264" h="329">
                  <a:moveTo>
                    <a:pt x="252" y="329"/>
                  </a:moveTo>
                  <a:lnTo>
                    <a:pt x="45" y="120"/>
                  </a:lnTo>
                  <a:lnTo>
                    <a:pt x="0" y="6"/>
                  </a:lnTo>
                  <a:lnTo>
                    <a:pt x="15" y="0"/>
                  </a:lnTo>
                  <a:lnTo>
                    <a:pt x="60" y="111"/>
                  </a:lnTo>
                  <a:lnTo>
                    <a:pt x="264" y="317"/>
                  </a:lnTo>
                  <a:lnTo>
                    <a:pt x="252" y="329"/>
                  </a:lnTo>
                  <a:close/>
                </a:path>
              </a:pathLst>
            </a:custGeom>
            <a:gradFill>
              <a:gsLst>
                <a:gs pos="0">
                  <a:schemeClr val="tx2"/>
                </a:gs>
                <a:gs pos="100000">
                  <a:schemeClr val="bg2">
                    <a:lumMod val="60000"/>
                    <a:lumOff val="40000"/>
                  </a:schemeClr>
                </a:gs>
              </a:gsLst>
              <a:lin ang="5400000"/>
            </a:gradFill>
            <a:ln>
              <a:noFill/>
            </a:ln>
          </p:spPr>
          <p:style>
            <a:lnRef idx="0">
              <a:scrgbClr r="0" g="0" b="0"/>
            </a:lnRef>
            <a:fillRef idx="0">
              <a:scrgbClr r="0" g="0" b="0"/>
            </a:fillRef>
            <a:effectRef idx="0">
              <a:scrgbClr r="0" g="0" b="0"/>
            </a:effectRef>
            <a:fontRef idx="minor"/>
          </p:style>
        </p:sp>
        <p:sp>
          <p:nvSpPr>
            <p:cNvPr id="56" name="CustomShape 55"/>
            <p:cNvSpPr/>
            <p:nvPr/>
          </p:nvSpPr>
          <p:spPr>
            <a:xfrm>
              <a:off x="2119320" y="488880"/>
              <a:ext cx="161640" cy="147240"/>
            </a:xfrm>
            <a:custGeom>
              <a:avLst/>
              <a:gdLst/>
              <a:ahLst/>
              <a:cxnLst/>
              <a:rect l="l" t="t"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adFill>
              <a:gsLst>
                <a:gs pos="0">
                  <a:schemeClr val="tx2"/>
                </a:gs>
                <a:gs pos="100000">
                  <a:schemeClr val="bg2">
                    <a:lumMod val="60000"/>
                    <a:lumOff val="40000"/>
                  </a:schemeClr>
                </a:gs>
              </a:gsLst>
              <a:lin ang="5400000"/>
            </a:gradFill>
            <a:ln>
              <a:noFill/>
            </a:ln>
          </p:spPr>
          <p:style>
            <a:lnRef idx="0">
              <a:scrgbClr r="0" g="0" b="0"/>
            </a:lnRef>
            <a:fillRef idx="0">
              <a:scrgbClr r="0" g="0" b="0"/>
            </a:fillRef>
            <a:effectRef idx="0">
              <a:scrgbClr r="0" g="0" b="0"/>
            </a:effectRef>
            <a:fontRef idx="minor"/>
          </p:style>
        </p:sp>
        <p:sp>
          <p:nvSpPr>
            <p:cNvPr id="57" name="CustomShape 56"/>
            <p:cNvSpPr/>
            <p:nvPr/>
          </p:nvSpPr>
          <p:spPr>
            <a:xfrm>
              <a:off x="952560" y="4680"/>
              <a:ext cx="151920" cy="907560"/>
            </a:xfrm>
            <a:custGeom>
              <a:avLst/>
              <a:gdLst/>
              <a:ahLst/>
              <a:cxnLst/>
              <a:rect l="l" t="t" r="r" b="b"/>
              <a:pathLst>
                <a:path w="96" h="572">
                  <a:moveTo>
                    <a:pt x="15" y="572"/>
                  </a:moveTo>
                  <a:lnTo>
                    <a:pt x="0" y="572"/>
                  </a:lnTo>
                  <a:lnTo>
                    <a:pt x="0" y="189"/>
                  </a:lnTo>
                  <a:lnTo>
                    <a:pt x="81" y="0"/>
                  </a:lnTo>
                  <a:lnTo>
                    <a:pt x="96" y="6"/>
                  </a:lnTo>
                  <a:lnTo>
                    <a:pt x="15" y="192"/>
                  </a:lnTo>
                  <a:lnTo>
                    <a:pt x="15" y="572"/>
                  </a:lnTo>
                  <a:close/>
                </a:path>
              </a:pathLst>
            </a:custGeom>
            <a:gradFill>
              <a:gsLst>
                <a:gs pos="0">
                  <a:schemeClr val="tx2"/>
                </a:gs>
                <a:gs pos="100000">
                  <a:schemeClr val="bg2">
                    <a:lumMod val="60000"/>
                    <a:lumOff val="40000"/>
                  </a:schemeClr>
                </a:gs>
              </a:gsLst>
              <a:lin ang="5400000"/>
            </a:gradFill>
            <a:ln>
              <a:noFill/>
            </a:ln>
          </p:spPr>
          <p:style>
            <a:lnRef idx="0">
              <a:scrgbClr r="0" g="0" b="0"/>
            </a:lnRef>
            <a:fillRef idx="0">
              <a:scrgbClr r="0" g="0" b="0"/>
            </a:fillRef>
            <a:effectRef idx="0">
              <a:scrgbClr r="0" g="0" b="0"/>
            </a:effectRef>
            <a:fontRef idx="minor"/>
          </p:style>
        </p:sp>
        <p:sp>
          <p:nvSpPr>
            <p:cNvPr id="58" name="CustomShape 57"/>
            <p:cNvSpPr/>
            <p:nvPr/>
          </p:nvSpPr>
          <p:spPr>
            <a:xfrm>
              <a:off x="866880" y="903240"/>
              <a:ext cx="190080" cy="190080"/>
            </a:xfrm>
            <a:custGeom>
              <a:avLst/>
              <a:gdLst/>
              <a:ahLst/>
              <a:cxnLst/>
              <a:rect l="l" t="t"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adFill>
              <a:gsLst>
                <a:gs pos="0">
                  <a:schemeClr val="tx2"/>
                </a:gs>
                <a:gs pos="100000">
                  <a:schemeClr val="bg2">
                    <a:lumMod val="60000"/>
                    <a:lumOff val="40000"/>
                  </a:schemeClr>
                </a:gs>
              </a:gsLst>
              <a:lin ang="5400000"/>
            </a:gradFill>
            <a:ln>
              <a:noFill/>
            </a:ln>
          </p:spPr>
          <p:style>
            <a:lnRef idx="0">
              <a:scrgbClr r="0" g="0" b="0"/>
            </a:lnRef>
            <a:fillRef idx="0">
              <a:scrgbClr r="0" g="0" b="0"/>
            </a:fillRef>
            <a:effectRef idx="0">
              <a:scrgbClr r="0" g="0" b="0"/>
            </a:effectRef>
            <a:fontRef idx="minor"/>
          </p:style>
        </p:sp>
        <p:sp>
          <p:nvSpPr>
            <p:cNvPr id="59" name="CustomShape 58"/>
            <p:cNvSpPr/>
            <p:nvPr/>
          </p:nvSpPr>
          <p:spPr>
            <a:xfrm>
              <a:off x="890640" y="1554120"/>
              <a:ext cx="190080" cy="190080"/>
            </a:xfrm>
            <a:custGeom>
              <a:avLst/>
              <a:gdLst/>
              <a:ahLst/>
              <a:cxnLst/>
              <a:rect l="l" t="t"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adFill>
              <a:gsLst>
                <a:gs pos="0">
                  <a:schemeClr val="tx2"/>
                </a:gs>
                <a:gs pos="100000">
                  <a:schemeClr val="bg2">
                    <a:lumMod val="60000"/>
                    <a:lumOff val="40000"/>
                  </a:schemeClr>
                </a:gs>
              </a:gsLst>
              <a:lin ang="5400000"/>
            </a:gradFill>
            <a:ln>
              <a:noFill/>
            </a:ln>
          </p:spPr>
          <p:style>
            <a:lnRef idx="0">
              <a:scrgbClr r="0" g="0" b="0"/>
            </a:lnRef>
            <a:fillRef idx="0">
              <a:scrgbClr r="0" g="0" b="0"/>
            </a:fillRef>
            <a:effectRef idx="0">
              <a:scrgbClr r="0" g="0" b="0"/>
            </a:effectRef>
            <a:fontRef idx="minor"/>
          </p:style>
        </p:sp>
        <p:sp>
          <p:nvSpPr>
            <p:cNvPr id="60" name="CustomShape 59"/>
            <p:cNvSpPr/>
            <p:nvPr/>
          </p:nvSpPr>
          <p:spPr>
            <a:xfrm>
              <a:off x="738360" y="5622840"/>
              <a:ext cx="337680" cy="1215720"/>
            </a:xfrm>
            <a:custGeom>
              <a:avLst/>
              <a:gdLst/>
              <a:ahLst/>
              <a:cxnLst/>
              <a:rect l="l" t="t" r="r" b="b"/>
              <a:pathLst>
                <a:path w="213" h="766">
                  <a:moveTo>
                    <a:pt x="213" y="766"/>
                  </a:moveTo>
                  <a:lnTo>
                    <a:pt x="195" y="766"/>
                  </a:lnTo>
                  <a:lnTo>
                    <a:pt x="195" y="464"/>
                  </a:lnTo>
                  <a:lnTo>
                    <a:pt x="0" y="6"/>
                  </a:lnTo>
                  <a:lnTo>
                    <a:pt x="12" y="0"/>
                  </a:lnTo>
                  <a:lnTo>
                    <a:pt x="213" y="461"/>
                  </a:lnTo>
                  <a:lnTo>
                    <a:pt x="213" y="766"/>
                  </a:lnTo>
                  <a:close/>
                </a:path>
              </a:pathLst>
            </a:custGeom>
            <a:gradFill>
              <a:gsLst>
                <a:gs pos="0">
                  <a:schemeClr val="tx2"/>
                </a:gs>
                <a:gs pos="100000">
                  <a:schemeClr val="bg2">
                    <a:lumMod val="60000"/>
                    <a:lumOff val="40000"/>
                  </a:schemeClr>
                </a:gs>
              </a:gsLst>
              <a:lin ang="5400000"/>
            </a:gradFill>
            <a:ln>
              <a:noFill/>
            </a:ln>
          </p:spPr>
          <p:style>
            <a:lnRef idx="0">
              <a:scrgbClr r="0" g="0" b="0"/>
            </a:lnRef>
            <a:fillRef idx="0">
              <a:scrgbClr r="0" g="0" b="0"/>
            </a:fillRef>
            <a:effectRef idx="0">
              <a:scrgbClr r="0" g="0" b="0"/>
            </a:effectRef>
            <a:fontRef idx="minor"/>
          </p:style>
        </p:sp>
        <p:sp>
          <p:nvSpPr>
            <p:cNvPr id="61" name="CustomShape 60"/>
            <p:cNvSpPr/>
            <p:nvPr/>
          </p:nvSpPr>
          <p:spPr>
            <a:xfrm>
              <a:off x="647640" y="5479920"/>
              <a:ext cx="156960" cy="156960"/>
            </a:xfrm>
            <a:custGeom>
              <a:avLst/>
              <a:gdLst/>
              <a:ahLst/>
              <a:cxnLst/>
              <a:rect l="l" t="t"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adFill>
              <a:gsLst>
                <a:gs pos="0">
                  <a:schemeClr val="tx2"/>
                </a:gs>
                <a:gs pos="100000">
                  <a:schemeClr val="bg2">
                    <a:lumMod val="60000"/>
                    <a:lumOff val="40000"/>
                  </a:schemeClr>
                </a:gs>
              </a:gsLst>
              <a:lin ang="5400000"/>
            </a:gradFill>
            <a:ln>
              <a:noFill/>
            </a:ln>
          </p:spPr>
          <p:style>
            <a:lnRef idx="0">
              <a:scrgbClr r="0" g="0" b="0"/>
            </a:lnRef>
            <a:fillRef idx="0">
              <a:scrgbClr r="0" g="0" b="0"/>
            </a:fillRef>
            <a:effectRef idx="0">
              <a:scrgbClr r="0" g="0" b="0"/>
            </a:effectRef>
            <a:fontRef idx="minor"/>
          </p:style>
        </p:sp>
        <p:sp>
          <p:nvSpPr>
            <p:cNvPr id="62" name="CustomShape 61"/>
            <p:cNvSpPr/>
            <p:nvPr/>
          </p:nvSpPr>
          <p:spPr>
            <a:xfrm>
              <a:off x="66600" y="903240"/>
              <a:ext cx="190080" cy="190080"/>
            </a:xfrm>
            <a:custGeom>
              <a:avLst/>
              <a:gdLst/>
              <a:ahLst/>
              <a:cxnLst/>
              <a:rect l="l" t="t"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adFill>
              <a:gsLst>
                <a:gs pos="0">
                  <a:schemeClr val="tx2"/>
                </a:gs>
                <a:gs pos="100000">
                  <a:schemeClr val="bg2">
                    <a:lumMod val="60000"/>
                    <a:lumOff val="40000"/>
                  </a:schemeClr>
                </a:gs>
              </a:gsLst>
              <a:lin ang="5400000"/>
            </a:gradFill>
            <a:ln>
              <a:noFill/>
            </a:ln>
          </p:spPr>
          <p:style>
            <a:lnRef idx="0">
              <a:scrgbClr r="0" g="0" b="0"/>
            </a:lnRef>
            <a:fillRef idx="0">
              <a:scrgbClr r="0" g="0" b="0"/>
            </a:fillRef>
            <a:effectRef idx="0">
              <a:scrgbClr r="0" g="0" b="0"/>
            </a:effectRef>
            <a:fontRef idx="minor"/>
          </p:style>
        </p:sp>
        <p:sp>
          <p:nvSpPr>
            <p:cNvPr id="63" name="CustomShape 62"/>
            <p:cNvSpPr/>
            <p:nvPr/>
          </p:nvSpPr>
          <p:spPr>
            <a:xfrm>
              <a:off x="0" y="3897360"/>
              <a:ext cx="132840" cy="266400"/>
            </a:xfrm>
            <a:custGeom>
              <a:avLst/>
              <a:gdLst/>
              <a:ahLst/>
              <a:cxnLst/>
              <a:rect l="l" t="t" r="r" b="b"/>
              <a:pathLst>
                <a:path w="84" h="168">
                  <a:moveTo>
                    <a:pt x="69" y="168"/>
                  </a:moveTo>
                  <a:lnTo>
                    <a:pt x="0" y="6"/>
                  </a:lnTo>
                  <a:lnTo>
                    <a:pt x="12" y="0"/>
                  </a:lnTo>
                  <a:lnTo>
                    <a:pt x="84" y="162"/>
                  </a:lnTo>
                  <a:lnTo>
                    <a:pt x="69" y="168"/>
                  </a:lnTo>
                  <a:close/>
                </a:path>
              </a:pathLst>
            </a:custGeom>
            <a:gradFill>
              <a:gsLst>
                <a:gs pos="0">
                  <a:schemeClr val="tx2"/>
                </a:gs>
                <a:gs pos="100000">
                  <a:schemeClr val="bg2">
                    <a:lumMod val="60000"/>
                    <a:lumOff val="40000"/>
                  </a:schemeClr>
                </a:gs>
              </a:gsLst>
              <a:lin ang="5400000"/>
            </a:gradFill>
            <a:ln>
              <a:noFill/>
            </a:ln>
          </p:spPr>
          <p:style>
            <a:lnRef idx="0">
              <a:scrgbClr r="0" g="0" b="0"/>
            </a:lnRef>
            <a:fillRef idx="0">
              <a:scrgbClr r="0" g="0" b="0"/>
            </a:fillRef>
            <a:effectRef idx="0">
              <a:scrgbClr r="0" g="0" b="0"/>
            </a:effectRef>
            <a:fontRef idx="minor"/>
          </p:style>
        </p:sp>
        <p:sp>
          <p:nvSpPr>
            <p:cNvPr id="64" name="CustomShape 63"/>
            <p:cNvSpPr/>
            <p:nvPr/>
          </p:nvSpPr>
          <p:spPr>
            <a:xfrm>
              <a:off x="66600" y="4149720"/>
              <a:ext cx="190080" cy="188640"/>
            </a:xfrm>
            <a:custGeom>
              <a:avLst/>
              <a:gdLst/>
              <a:ahLst/>
              <a:cxnLst/>
              <a:rect l="l" t="t"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adFill>
              <a:gsLst>
                <a:gs pos="0">
                  <a:schemeClr val="tx2"/>
                </a:gs>
                <a:gs pos="100000">
                  <a:schemeClr val="bg2">
                    <a:lumMod val="60000"/>
                    <a:lumOff val="40000"/>
                  </a:schemeClr>
                </a:gs>
              </a:gsLst>
              <a:lin ang="5400000"/>
            </a:gradFill>
            <a:ln>
              <a:noFill/>
            </a:ln>
          </p:spPr>
          <p:style>
            <a:lnRef idx="0">
              <a:scrgbClr r="0" g="0" b="0"/>
            </a:lnRef>
            <a:fillRef idx="0">
              <a:scrgbClr r="0" g="0" b="0"/>
            </a:fillRef>
            <a:effectRef idx="0">
              <a:scrgbClr r="0" g="0" b="0"/>
            </a:effectRef>
            <a:fontRef idx="minor"/>
          </p:style>
        </p:sp>
        <p:sp>
          <p:nvSpPr>
            <p:cNvPr id="65" name="CustomShape 64"/>
            <p:cNvSpPr/>
            <p:nvPr/>
          </p:nvSpPr>
          <p:spPr>
            <a:xfrm>
              <a:off x="0" y="1644480"/>
              <a:ext cx="132840" cy="269640"/>
            </a:xfrm>
            <a:custGeom>
              <a:avLst/>
              <a:gdLst/>
              <a:ahLst/>
              <a:cxnLst/>
              <a:rect l="l" t="t" r="r" b="b"/>
              <a:pathLst>
                <a:path w="84" h="170">
                  <a:moveTo>
                    <a:pt x="12" y="170"/>
                  </a:moveTo>
                  <a:lnTo>
                    <a:pt x="0" y="164"/>
                  </a:lnTo>
                  <a:lnTo>
                    <a:pt x="69" y="0"/>
                  </a:lnTo>
                  <a:lnTo>
                    <a:pt x="84" y="6"/>
                  </a:lnTo>
                  <a:lnTo>
                    <a:pt x="12" y="170"/>
                  </a:lnTo>
                  <a:close/>
                </a:path>
              </a:pathLst>
            </a:custGeom>
            <a:gradFill>
              <a:gsLst>
                <a:gs pos="0">
                  <a:schemeClr val="tx2"/>
                </a:gs>
                <a:gs pos="100000">
                  <a:schemeClr val="bg2">
                    <a:lumMod val="60000"/>
                    <a:lumOff val="40000"/>
                  </a:schemeClr>
                </a:gs>
              </a:gsLst>
              <a:lin ang="5400000"/>
            </a:gradFill>
            <a:ln>
              <a:noFill/>
            </a:ln>
          </p:spPr>
          <p:style>
            <a:lnRef idx="0">
              <a:scrgbClr r="0" g="0" b="0"/>
            </a:lnRef>
            <a:fillRef idx="0">
              <a:scrgbClr r="0" g="0" b="0"/>
            </a:fillRef>
            <a:effectRef idx="0">
              <a:scrgbClr r="0" g="0" b="0"/>
            </a:effectRef>
            <a:fontRef idx="minor"/>
          </p:style>
        </p:sp>
        <p:sp>
          <p:nvSpPr>
            <p:cNvPr id="66" name="CustomShape 65"/>
            <p:cNvSpPr/>
            <p:nvPr/>
          </p:nvSpPr>
          <p:spPr>
            <a:xfrm>
              <a:off x="66600" y="1468440"/>
              <a:ext cx="190080" cy="190080"/>
            </a:xfrm>
            <a:custGeom>
              <a:avLst/>
              <a:gdLst/>
              <a:ahLst/>
              <a:cxnLst/>
              <a:rect l="l" t="t"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adFill>
              <a:gsLst>
                <a:gs pos="0">
                  <a:schemeClr val="tx2"/>
                </a:gs>
                <a:gs pos="100000">
                  <a:schemeClr val="bg2">
                    <a:lumMod val="60000"/>
                    <a:lumOff val="40000"/>
                  </a:schemeClr>
                </a:gs>
              </a:gsLst>
              <a:lin ang="5400000"/>
            </a:gradFill>
            <a:ln>
              <a:noFill/>
            </a:ln>
          </p:spPr>
          <p:style>
            <a:lnRef idx="0">
              <a:scrgbClr r="0" g="0" b="0"/>
            </a:lnRef>
            <a:fillRef idx="0">
              <a:scrgbClr r="0" g="0" b="0"/>
            </a:fillRef>
            <a:effectRef idx="0">
              <a:scrgbClr r="0" g="0" b="0"/>
            </a:effectRef>
            <a:fontRef idx="minor"/>
          </p:style>
        </p:sp>
        <p:sp>
          <p:nvSpPr>
            <p:cNvPr id="67" name="CustomShape 66"/>
            <p:cNvSpPr/>
            <p:nvPr/>
          </p:nvSpPr>
          <p:spPr>
            <a:xfrm>
              <a:off x="695160" y="4680"/>
              <a:ext cx="309240" cy="1558440"/>
            </a:xfrm>
            <a:custGeom>
              <a:avLst/>
              <a:gdLst/>
              <a:ahLst/>
              <a:cxnLst/>
              <a:rect l="l" t="t"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adFill>
              <a:gsLst>
                <a:gs pos="0">
                  <a:schemeClr val="tx2"/>
                </a:gs>
                <a:gs pos="100000">
                  <a:schemeClr val="bg2">
                    <a:lumMod val="60000"/>
                    <a:lumOff val="40000"/>
                  </a:schemeClr>
                </a:gs>
              </a:gsLst>
              <a:lin ang="5400000"/>
            </a:gradFill>
            <a:ln>
              <a:noFill/>
            </a:ln>
          </p:spPr>
          <p:style>
            <a:lnRef idx="0">
              <a:scrgbClr r="0" g="0" b="0"/>
            </a:lnRef>
            <a:fillRef idx="0">
              <a:scrgbClr r="0" g="0" b="0"/>
            </a:fillRef>
            <a:effectRef idx="0">
              <a:scrgbClr r="0" g="0" b="0"/>
            </a:effectRef>
            <a:fontRef idx="minor"/>
          </p:style>
        </p:sp>
        <p:sp>
          <p:nvSpPr>
            <p:cNvPr id="68" name="CustomShape 67"/>
            <p:cNvSpPr/>
            <p:nvPr/>
          </p:nvSpPr>
          <p:spPr>
            <a:xfrm>
              <a:off x="57240" y="4881600"/>
              <a:ext cx="190080" cy="188640"/>
            </a:xfrm>
            <a:custGeom>
              <a:avLst/>
              <a:gdLst/>
              <a:ahLst/>
              <a:cxnLst/>
              <a:rect l="l" t="t"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a:gsLst>
                <a:gs pos="0">
                  <a:schemeClr val="tx2"/>
                </a:gs>
                <a:gs pos="100000">
                  <a:schemeClr val="bg2">
                    <a:lumMod val="60000"/>
                    <a:lumOff val="40000"/>
                  </a:schemeClr>
                </a:gs>
              </a:gsLst>
              <a:lin ang="5400000"/>
            </a:gradFill>
            <a:ln>
              <a:noFill/>
            </a:ln>
          </p:spPr>
          <p:style>
            <a:lnRef idx="0">
              <a:scrgbClr r="0" g="0" b="0"/>
            </a:lnRef>
            <a:fillRef idx="0">
              <a:scrgbClr r="0" g="0" b="0"/>
            </a:fillRef>
            <a:effectRef idx="0">
              <a:scrgbClr r="0" g="0" b="0"/>
            </a:effectRef>
            <a:fontRef idx="minor"/>
          </p:style>
        </p:sp>
        <p:sp>
          <p:nvSpPr>
            <p:cNvPr id="69" name="CustomShape 68"/>
            <p:cNvSpPr/>
            <p:nvPr/>
          </p:nvSpPr>
          <p:spPr>
            <a:xfrm>
              <a:off x="138240" y="5060880"/>
              <a:ext cx="304560" cy="1777680"/>
            </a:xfrm>
            <a:custGeom>
              <a:avLst/>
              <a:gdLst/>
              <a:ahLst/>
              <a:cxnLst/>
              <a:rect l="l" t="t"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adFill>
              <a:gsLst>
                <a:gs pos="0">
                  <a:schemeClr val="tx2"/>
                </a:gs>
                <a:gs pos="100000">
                  <a:schemeClr val="bg2">
                    <a:lumMod val="60000"/>
                    <a:lumOff val="40000"/>
                  </a:schemeClr>
                </a:gs>
              </a:gsLst>
              <a:lin ang="5400000"/>
            </a:gradFill>
            <a:ln>
              <a:noFill/>
            </a:ln>
          </p:spPr>
          <p:style>
            <a:lnRef idx="0">
              <a:scrgbClr r="0" g="0" b="0"/>
            </a:lnRef>
            <a:fillRef idx="0">
              <a:scrgbClr r="0" g="0" b="0"/>
            </a:fillRef>
            <a:effectRef idx="0">
              <a:scrgbClr r="0" g="0" b="0"/>
            </a:effectRef>
            <a:fontRef idx="minor"/>
          </p:style>
        </p:sp>
        <p:sp>
          <p:nvSpPr>
            <p:cNvPr id="70" name="CustomShape 69"/>
            <p:cNvSpPr/>
            <p:nvPr/>
          </p:nvSpPr>
          <p:spPr>
            <a:xfrm>
              <a:off x="561960" y="6431040"/>
              <a:ext cx="190080" cy="188640"/>
            </a:xfrm>
            <a:custGeom>
              <a:avLst/>
              <a:gdLst/>
              <a:ahLst/>
              <a:cxnLst/>
              <a:rect l="l" t="t"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a:gsLst>
                <a:gs pos="0">
                  <a:schemeClr val="tx2"/>
                </a:gs>
                <a:gs pos="100000">
                  <a:schemeClr val="bg2">
                    <a:lumMod val="60000"/>
                    <a:lumOff val="40000"/>
                  </a:schemeClr>
                </a:gs>
              </a:gsLst>
              <a:lin ang="5400000"/>
            </a:gradFill>
            <a:ln>
              <a:noFill/>
            </a:ln>
          </p:spPr>
          <p:style>
            <a:lnRef idx="0">
              <a:scrgbClr r="0" g="0" b="0"/>
            </a:lnRef>
            <a:fillRef idx="0">
              <a:scrgbClr r="0" g="0" b="0"/>
            </a:fillRef>
            <a:effectRef idx="0">
              <a:scrgbClr r="0" g="0" b="0"/>
            </a:effectRef>
            <a:fontRef idx="minor"/>
          </p:style>
        </p:sp>
        <p:sp>
          <p:nvSpPr>
            <p:cNvPr id="71" name="CustomShape 70"/>
            <p:cNvSpPr/>
            <p:nvPr/>
          </p:nvSpPr>
          <p:spPr>
            <a:xfrm>
              <a:off x="642960" y="6610320"/>
              <a:ext cx="23400" cy="242640"/>
            </a:xfrm>
            <a:prstGeom prst="rect">
              <a:avLst/>
            </a:prstGeom>
            <a:gradFill>
              <a:gsLst>
                <a:gs pos="0">
                  <a:schemeClr val="tx2"/>
                </a:gs>
                <a:gs pos="100000">
                  <a:schemeClr val="bg2">
                    <a:lumMod val="60000"/>
                    <a:lumOff val="40000"/>
                  </a:schemeClr>
                </a:gs>
              </a:gsLst>
              <a:lin ang="5400000"/>
            </a:gradFill>
            <a:ln>
              <a:noFill/>
            </a:ln>
          </p:spPr>
          <p:style>
            <a:lnRef idx="0">
              <a:scrgbClr r="0" g="0" b="0"/>
            </a:lnRef>
            <a:fillRef idx="0">
              <a:scrgbClr r="0" g="0" b="0"/>
            </a:fillRef>
            <a:effectRef idx="0">
              <a:scrgbClr r="0" g="0" b="0"/>
            </a:effectRef>
            <a:fontRef idx="minor"/>
          </p:style>
        </p:sp>
        <p:sp>
          <p:nvSpPr>
            <p:cNvPr id="72" name="CustomShape 71"/>
            <p:cNvSpPr/>
            <p:nvPr/>
          </p:nvSpPr>
          <p:spPr>
            <a:xfrm>
              <a:off x="76320" y="6431040"/>
              <a:ext cx="190080" cy="188640"/>
            </a:xfrm>
            <a:custGeom>
              <a:avLst/>
              <a:gdLst/>
              <a:ahLst/>
              <a:cxnLst/>
              <a:rect l="l" t="t"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a:gsLst>
                <a:gs pos="0">
                  <a:schemeClr val="tx2"/>
                </a:gs>
                <a:gs pos="100000">
                  <a:schemeClr val="bg2">
                    <a:lumMod val="60000"/>
                    <a:lumOff val="40000"/>
                  </a:schemeClr>
                </a:gs>
              </a:gsLst>
              <a:lin ang="5400000"/>
            </a:gradFill>
            <a:ln>
              <a:noFill/>
            </a:ln>
          </p:spPr>
          <p:style>
            <a:lnRef idx="0">
              <a:scrgbClr r="0" g="0" b="0"/>
            </a:lnRef>
            <a:fillRef idx="0">
              <a:scrgbClr r="0" g="0" b="0"/>
            </a:fillRef>
            <a:effectRef idx="0">
              <a:scrgbClr r="0" g="0" b="0"/>
            </a:effectRef>
            <a:fontRef idx="minor"/>
          </p:style>
        </p:sp>
        <p:sp>
          <p:nvSpPr>
            <p:cNvPr id="73" name="CustomShape 72"/>
            <p:cNvSpPr/>
            <p:nvPr/>
          </p:nvSpPr>
          <p:spPr>
            <a:xfrm>
              <a:off x="0" y="5978520"/>
              <a:ext cx="190080" cy="461520"/>
            </a:xfrm>
            <a:custGeom>
              <a:avLst/>
              <a:gdLst/>
              <a:ahLst/>
              <a:cxnLst/>
              <a:rect l="l" t="t" r="r" b="b"/>
              <a:pathLst>
                <a:path w="120" h="291">
                  <a:moveTo>
                    <a:pt x="120" y="291"/>
                  </a:moveTo>
                  <a:lnTo>
                    <a:pt x="105" y="291"/>
                  </a:lnTo>
                  <a:lnTo>
                    <a:pt x="105" y="114"/>
                  </a:lnTo>
                  <a:lnTo>
                    <a:pt x="0" y="9"/>
                  </a:lnTo>
                  <a:lnTo>
                    <a:pt x="12" y="0"/>
                  </a:lnTo>
                  <a:lnTo>
                    <a:pt x="120" y="108"/>
                  </a:lnTo>
                  <a:lnTo>
                    <a:pt x="120" y="291"/>
                  </a:lnTo>
                  <a:close/>
                </a:path>
              </a:pathLst>
            </a:custGeom>
            <a:gradFill>
              <a:gsLst>
                <a:gs pos="0">
                  <a:schemeClr val="tx2"/>
                </a:gs>
                <a:gs pos="100000">
                  <a:schemeClr val="bg2">
                    <a:lumMod val="60000"/>
                    <a:lumOff val="40000"/>
                  </a:schemeClr>
                </a:gs>
              </a:gsLst>
              <a:lin ang="5400000"/>
            </a:gradFill>
            <a:ln>
              <a:noFill/>
            </a:ln>
          </p:spPr>
          <p:style>
            <a:lnRef idx="0">
              <a:scrgbClr r="0" g="0" b="0"/>
            </a:lnRef>
            <a:fillRef idx="0">
              <a:scrgbClr r="0" g="0" b="0"/>
            </a:fillRef>
            <a:effectRef idx="0">
              <a:scrgbClr r="0" g="0" b="0"/>
            </a:effectRef>
            <a:fontRef idx="minor"/>
          </p:style>
        </p:sp>
        <p:sp>
          <p:nvSpPr>
            <p:cNvPr id="74" name="CustomShape 73"/>
            <p:cNvSpPr/>
            <p:nvPr/>
          </p:nvSpPr>
          <p:spPr>
            <a:xfrm>
              <a:off x="1014480" y="1801800"/>
              <a:ext cx="213840" cy="755280"/>
            </a:xfrm>
            <a:custGeom>
              <a:avLst/>
              <a:gdLst/>
              <a:ahLst/>
              <a:cxnLst/>
              <a:rect l="l" t="t" r="r" b="b"/>
              <a:pathLst>
                <a:path w="135" h="476">
                  <a:moveTo>
                    <a:pt x="12" y="476"/>
                  </a:moveTo>
                  <a:lnTo>
                    <a:pt x="0" y="476"/>
                  </a:lnTo>
                  <a:lnTo>
                    <a:pt x="0" y="128"/>
                  </a:lnTo>
                  <a:lnTo>
                    <a:pt x="126" y="0"/>
                  </a:lnTo>
                  <a:lnTo>
                    <a:pt x="135" y="9"/>
                  </a:lnTo>
                  <a:lnTo>
                    <a:pt x="12" y="131"/>
                  </a:lnTo>
                  <a:lnTo>
                    <a:pt x="12" y="476"/>
                  </a:lnTo>
                  <a:close/>
                </a:path>
              </a:pathLst>
            </a:custGeom>
            <a:gradFill>
              <a:gsLst>
                <a:gs pos="0">
                  <a:schemeClr val="tx2"/>
                </a:gs>
                <a:gs pos="100000">
                  <a:schemeClr val="bg2">
                    <a:lumMod val="60000"/>
                    <a:lumOff val="40000"/>
                  </a:schemeClr>
                </a:gs>
              </a:gsLst>
              <a:lin ang="5400000"/>
            </a:gradFill>
            <a:ln>
              <a:noFill/>
            </a:ln>
          </p:spPr>
          <p:style>
            <a:lnRef idx="0">
              <a:scrgbClr r="0" g="0" b="0"/>
            </a:lnRef>
            <a:fillRef idx="0">
              <a:scrgbClr r="0" g="0" b="0"/>
            </a:fillRef>
            <a:effectRef idx="0">
              <a:scrgbClr r="0" g="0" b="0"/>
            </a:effectRef>
            <a:fontRef idx="minor"/>
          </p:style>
        </p:sp>
        <p:sp>
          <p:nvSpPr>
            <p:cNvPr id="75" name="CustomShape 74"/>
            <p:cNvSpPr/>
            <p:nvPr/>
          </p:nvSpPr>
          <p:spPr>
            <a:xfrm>
              <a:off x="938160" y="2548080"/>
              <a:ext cx="166320" cy="159840"/>
            </a:xfrm>
            <a:custGeom>
              <a:avLst/>
              <a:gdLst/>
              <a:ahLst/>
              <a:cxnLst/>
              <a:rect l="l" t="t"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adFill>
              <a:gsLst>
                <a:gs pos="0">
                  <a:schemeClr val="tx2"/>
                </a:gs>
                <a:gs pos="100000">
                  <a:schemeClr val="bg2">
                    <a:lumMod val="60000"/>
                    <a:lumOff val="40000"/>
                  </a:schemeClr>
                </a:gs>
              </a:gsLst>
              <a:lin ang="5400000"/>
            </a:gradFill>
            <a:ln>
              <a:noFill/>
            </a:ln>
          </p:spPr>
          <p:style>
            <a:lnRef idx="0">
              <a:scrgbClr r="0" g="0" b="0"/>
            </a:lnRef>
            <a:fillRef idx="0">
              <a:scrgbClr r="0" g="0" b="0"/>
            </a:fillRef>
            <a:effectRef idx="0">
              <a:scrgbClr r="0" g="0" b="0"/>
            </a:effectRef>
            <a:fontRef idx="minor"/>
          </p:style>
        </p:sp>
        <p:sp>
          <p:nvSpPr>
            <p:cNvPr id="76" name="CustomShape 75"/>
            <p:cNvSpPr/>
            <p:nvPr/>
          </p:nvSpPr>
          <p:spPr>
            <a:xfrm>
              <a:off x="595440" y="4680"/>
              <a:ext cx="637920" cy="4025520"/>
            </a:xfrm>
            <a:custGeom>
              <a:avLst/>
              <a:gdLst/>
              <a:ahLst/>
              <a:cxnLst/>
              <a:rect l="l" t="t"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adFill>
              <a:gsLst>
                <a:gs pos="0">
                  <a:schemeClr val="tx2"/>
                </a:gs>
                <a:gs pos="100000">
                  <a:schemeClr val="bg2">
                    <a:lumMod val="60000"/>
                    <a:lumOff val="40000"/>
                  </a:schemeClr>
                </a:gs>
              </a:gsLst>
              <a:lin ang="5400000"/>
            </a:gradFill>
            <a:ln>
              <a:noFill/>
            </a:ln>
          </p:spPr>
          <p:style>
            <a:lnRef idx="0">
              <a:scrgbClr r="0" g="0" b="0"/>
            </a:lnRef>
            <a:fillRef idx="0">
              <a:scrgbClr r="0" g="0" b="0"/>
            </a:fillRef>
            <a:effectRef idx="0">
              <a:scrgbClr r="0" g="0" b="0"/>
            </a:effectRef>
            <a:fontRef idx="minor"/>
          </p:style>
        </p:sp>
        <p:sp>
          <p:nvSpPr>
            <p:cNvPr id="77" name="CustomShape 76"/>
            <p:cNvSpPr/>
            <p:nvPr/>
          </p:nvSpPr>
          <p:spPr>
            <a:xfrm>
              <a:off x="1224000" y="1382760"/>
              <a:ext cx="142560" cy="475920"/>
            </a:xfrm>
            <a:custGeom>
              <a:avLst/>
              <a:gdLst/>
              <a:ahLst/>
              <a:cxnLst/>
              <a:rect l="l" t="t" r="r" b="b"/>
              <a:pathLst>
                <a:path w="90" h="300">
                  <a:moveTo>
                    <a:pt x="90" y="300"/>
                  </a:moveTo>
                  <a:lnTo>
                    <a:pt x="78" y="300"/>
                  </a:lnTo>
                  <a:lnTo>
                    <a:pt x="78" y="84"/>
                  </a:lnTo>
                  <a:lnTo>
                    <a:pt x="0" y="9"/>
                  </a:lnTo>
                  <a:lnTo>
                    <a:pt x="9" y="0"/>
                  </a:lnTo>
                  <a:lnTo>
                    <a:pt x="90" y="81"/>
                  </a:lnTo>
                  <a:lnTo>
                    <a:pt x="90" y="300"/>
                  </a:lnTo>
                  <a:close/>
                </a:path>
              </a:pathLst>
            </a:custGeom>
            <a:gradFill>
              <a:gsLst>
                <a:gs pos="0">
                  <a:schemeClr val="tx2"/>
                </a:gs>
                <a:gs pos="100000">
                  <a:schemeClr val="bg2">
                    <a:lumMod val="60000"/>
                    <a:lumOff val="40000"/>
                  </a:schemeClr>
                </a:gs>
              </a:gsLst>
              <a:lin ang="5400000"/>
            </a:gradFill>
            <a:ln>
              <a:noFill/>
            </a:ln>
          </p:spPr>
          <p:style>
            <a:lnRef idx="0">
              <a:scrgbClr r="0" g="0" b="0"/>
            </a:lnRef>
            <a:fillRef idx="0">
              <a:scrgbClr r="0" g="0" b="0"/>
            </a:fillRef>
            <a:effectRef idx="0">
              <a:scrgbClr r="0" g="0" b="0"/>
            </a:effectRef>
            <a:fontRef idx="minor"/>
          </p:style>
        </p:sp>
        <p:sp>
          <p:nvSpPr>
            <p:cNvPr id="78" name="CustomShape 77"/>
            <p:cNvSpPr/>
            <p:nvPr/>
          </p:nvSpPr>
          <p:spPr>
            <a:xfrm>
              <a:off x="1300320" y="1849320"/>
              <a:ext cx="109080" cy="107640"/>
            </a:xfrm>
            <a:custGeom>
              <a:avLst/>
              <a:gdLst/>
              <a:ahLst/>
              <a:cxnLst/>
              <a:rect l="l" t="t"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adFill>
              <a:gsLst>
                <a:gs pos="0">
                  <a:schemeClr val="tx2"/>
                </a:gs>
                <a:gs pos="100000">
                  <a:schemeClr val="bg2">
                    <a:lumMod val="60000"/>
                    <a:lumOff val="40000"/>
                  </a:schemeClr>
                </a:gs>
              </a:gsLst>
              <a:lin ang="5400000"/>
            </a:gradFill>
            <a:ln>
              <a:noFill/>
            </a:ln>
          </p:spPr>
          <p:style>
            <a:lnRef idx="0">
              <a:scrgbClr r="0" g="0" b="0"/>
            </a:lnRef>
            <a:fillRef idx="0">
              <a:scrgbClr r="0" g="0" b="0"/>
            </a:fillRef>
            <a:effectRef idx="0">
              <a:scrgbClr r="0" g="0" b="0"/>
            </a:effectRef>
            <a:fontRef idx="minor"/>
          </p:style>
        </p:sp>
        <p:sp>
          <p:nvSpPr>
            <p:cNvPr id="79" name="CustomShape 78"/>
            <p:cNvSpPr/>
            <p:nvPr/>
          </p:nvSpPr>
          <p:spPr>
            <a:xfrm>
              <a:off x="281160" y="3417840"/>
              <a:ext cx="142560" cy="474480"/>
            </a:xfrm>
            <a:custGeom>
              <a:avLst/>
              <a:gdLst/>
              <a:ahLst/>
              <a:cxnLst/>
              <a:rect l="l" t="t" r="r" b="b"/>
              <a:pathLst>
                <a:path w="90" h="299">
                  <a:moveTo>
                    <a:pt x="12" y="299"/>
                  </a:moveTo>
                  <a:lnTo>
                    <a:pt x="0" y="299"/>
                  </a:lnTo>
                  <a:lnTo>
                    <a:pt x="0" y="80"/>
                  </a:lnTo>
                  <a:lnTo>
                    <a:pt x="81" y="0"/>
                  </a:lnTo>
                  <a:lnTo>
                    <a:pt x="90" y="8"/>
                  </a:lnTo>
                  <a:lnTo>
                    <a:pt x="12" y="83"/>
                  </a:lnTo>
                  <a:lnTo>
                    <a:pt x="12" y="299"/>
                  </a:lnTo>
                  <a:close/>
                </a:path>
              </a:pathLst>
            </a:custGeom>
            <a:gradFill>
              <a:gsLst>
                <a:gs pos="0">
                  <a:schemeClr val="tx2"/>
                </a:gs>
                <a:gs pos="100000">
                  <a:schemeClr val="bg2">
                    <a:lumMod val="60000"/>
                    <a:lumOff val="40000"/>
                  </a:schemeClr>
                </a:gs>
              </a:gsLst>
              <a:lin ang="5400000"/>
            </a:gradFill>
            <a:ln>
              <a:noFill/>
            </a:ln>
          </p:spPr>
          <p:style>
            <a:lnRef idx="0">
              <a:scrgbClr r="0" g="0" b="0"/>
            </a:lnRef>
            <a:fillRef idx="0">
              <a:scrgbClr r="0" g="0" b="0"/>
            </a:fillRef>
            <a:effectRef idx="0">
              <a:scrgbClr r="0" g="0" b="0"/>
            </a:effectRef>
            <a:fontRef idx="minor"/>
          </p:style>
        </p:sp>
        <p:sp>
          <p:nvSpPr>
            <p:cNvPr id="80" name="CustomShape 79"/>
            <p:cNvSpPr/>
            <p:nvPr/>
          </p:nvSpPr>
          <p:spPr>
            <a:xfrm>
              <a:off x="237960" y="3882960"/>
              <a:ext cx="109080" cy="109080"/>
            </a:xfrm>
            <a:custGeom>
              <a:avLst/>
              <a:gdLst/>
              <a:ahLst/>
              <a:cxnLst/>
              <a:rect l="l" t="t"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adFill>
              <a:gsLst>
                <a:gs pos="0">
                  <a:schemeClr val="tx2"/>
                </a:gs>
                <a:gs pos="100000">
                  <a:schemeClr val="bg2">
                    <a:lumMod val="60000"/>
                    <a:lumOff val="40000"/>
                  </a:schemeClr>
                </a:gs>
              </a:gsLst>
              <a:lin ang="5400000"/>
            </a:gradFill>
            <a:ln>
              <a:noFill/>
            </a:ln>
          </p:spPr>
          <p:style>
            <a:lnRef idx="0">
              <a:scrgbClr r="0" g="0" b="0"/>
            </a:lnRef>
            <a:fillRef idx="0">
              <a:scrgbClr r="0" g="0" b="0"/>
            </a:fillRef>
            <a:effectRef idx="0">
              <a:scrgbClr r="0" g="0" b="0"/>
            </a:effectRef>
            <a:fontRef idx="minor"/>
          </p:style>
        </p:sp>
        <p:sp>
          <p:nvSpPr>
            <p:cNvPr id="81" name="CustomShape 80"/>
            <p:cNvSpPr/>
            <p:nvPr/>
          </p:nvSpPr>
          <p:spPr>
            <a:xfrm>
              <a:off x="4680" y="2166840"/>
              <a:ext cx="114120" cy="452160"/>
            </a:xfrm>
            <a:custGeom>
              <a:avLst/>
              <a:gdLst/>
              <a:ahLst/>
              <a:cxnLst/>
              <a:rect l="l" t="t" r="r" b="b"/>
              <a:pathLst>
                <a:path w="72" h="285">
                  <a:moveTo>
                    <a:pt x="6" y="285"/>
                  </a:moveTo>
                  <a:lnTo>
                    <a:pt x="0" y="276"/>
                  </a:lnTo>
                  <a:lnTo>
                    <a:pt x="60" y="216"/>
                  </a:lnTo>
                  <a:lnTo>
                    <a:pt x="60" y="0"/>
                  </a:lnTo>
                  <a:lnTo>
                    <a:pt x="72" y="0"/>
                  </a:lnTo>
                  <a:lnTo>
                    <a:pt x="72" y="222"/>
                  </a:lnTo>
                  <a:lnTo>
                    <a:pt x="6" y="285"/>
                  </a:lnTo>
                  <a:close/>
                </a:path>
              </a:pathLst>
            </a:custGeom>
            <a:gradFill>
              <a:gsLst>
                <a:gs pos="0">
                  <a:schemeClr val="tx2"/>
                </a:gs>
                <a:gs pos="100000">
                  <a:schemeClr val="bg2">
                    <a:lumMod val="60000"/>
                    <a:lumOff val="40000"/>
                  </a:schemeClr>
                </a:gs>
              </a:gsLst>
              <a:lin ang="5400000"/>
            </a:gradFill>
            <a:ln>
              <a:noFill/>
            </a:ln>
          </p:spPr>
          <p:style>
            <a:lnRef idx="0">
              <a:scrgbClr r="0" g="0" b="0"/>
            </a:lnRef>
            <a:fillRef idx="0">
              <a:scrgbClr r="0" g="0" b="0"/>
            </a:fillRef>
            <a:effectRef idx="0">
              <a:scrgbClr r="0" g="0" b="0"/>
            </a:effectRef>
            <a:fontRef idx="minor"/>
          </p:style>
        </p:sp>
        <p:sp>
          <p:nvSpPr>
            <p:cNvPr id="82" name="CustomShape 81"/>
            <p:cNvSpPr/>
            <p:nvPr/>
          </p:nvSpPr>
          <p:spPr>
            <a:xfrm>
              <a:off x="52560" y="2066760"/>
              <a:ext cx="109080" cy="109080"/>
            </a:xfrm>
            <a:custGeom>
              <a:avLst/>
              <a:gdLst/>
              <a:ahLst/>
              <a:cxnLst/>
              <a:rect l="l" t="t"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adFill>
              <a:gsLst>
                <a:gs pos="0">
                  <a:schemeClr val="tx2"/>
                </a:gs>
                <a:gs pos="100000">
                  <a:schemeClr val="bg2">
                    <a:lumMod val="60000"/>
                    <a:lumOff val="40000"/>
                  </a:schemeClr>
                </a:gs>
              </a:gsLst>
              <a:lin ang="5400000"/>
            </a:gradFill>
            <a:ln>
              <a:noFill/>
            </a:ln>
          </p:spPr>
          <p:style>
            <a:lnRef idx="0">
              <a:scrgbClr r="0" g="0" b="0"/>
            </a:lnRef>
            <a:fillRef idx="0">
              <a:scrgbClr r="0" g="0" b="0"/>
            </a:fillRef>
            <a:effectRef idx="0">
              <a:scrgbClr r="0" g="0" b="0"/>
            </a:effectRef>
            <a:fontRef idx="minor"/>
          </p:style>
        </p:sp>
        <p:sp>
          <p:nvSpPr>
            <p:cNvPr id="83" name="CustomShape 82"/>
            <p:cNvSpPr/>
            <p:nvPr/>
          </p:nvSpPr>
          <p:spPr>
            <a:xfrm>
              <a:off x="1228680" y="4662360"/>
              <a:ext cx="23400" cy="2180880"/>
            </a:xfrm>
            <a:prstGeom prst="rect">
              <a:avLst/>
            </a:prstGeom>
            <a:gradFill>
              <a:gsLst>
                <a:gs pos="0">
                  <a:schemeClr val="tx2"/>
                </a:gs>
                <a:gs pos="100000">
                  <a:schemeClr val="bg2">
                    <a:lumMod val="60000"/>
                    <a:lumOff val="40000"/>
                  </a:schemeClr>
                </a:gs>
              </a:gsLst>
              <a:lin ang="5400000"/>
            </a:gradFill>
            <a:ln>
              <a:noFill/>
            </a:ln>
          </p:spPr>
          <p:style>
            <a:lnRef idx="0">
              <a:scrgbClr r="0" g="0" b="0"/>
            </a:lnRef>
            <a:fillRef idx="0">
              <a:scrgbClr r="0" g="0" b="0"/>
            </a:fillRef>
            <a:effectRef idx="0">
              <a:scrgbClr r="0" g="0" b="0"/>
            </a:effectRef>
            <a:fontRef idx="minor"/>
          </p:style>
        </p:sp>
        <p:sp>
          <p:nvSpPr>
            <p:cNvPr id="84" name="CustomShape 83"/>
            <p:cNvSpPr/>
            <p:nvPr/>
          </p:nvSpPr>
          <p:spPr>
            <a:xfrm>
              <a:off x="1319040" y="5041800"/>
              <a:ext cx="371160" cy="1801440"/>
            </a:xfrm>
            <a:custGeom>
              <a:avLst/>
              <a:gdLst/>
              <a:ahLst/>
              <a:cxnLst/>
              <a:rect l="l" t="t" r="r" b="b"/>
              <a:pathLst>
                <a:path w="234" h="1135">
                  <a:moveTo>
                    <a:pt x="15" y="1135"/>
                  </a:moveTo>
                  <a:lnTo>
                    <a:pt x="0" y="1135"/>
                  </a:lnTo>
                  <a:lnTo>
                    <a:pt x="0" y="515"/>
                  </a:lnTo>
                  <a:lnTo>
                    <a:pt x="0" y="512"/>
                  </a:lnTo>
                  <a:lnTo>
                    <a:pt x="219" y="0"/>
                  </a:lnTo>
                  <a:lnTo>
                    <a:pt x="234" y="6"/>
                  </a:lnTo>
                  <a:lnTo>
                    <a:pt x="15" y="518"/>
                  </a:lnTo>
                  <a:lnTo>
                    <a:pt x="15" y="1135"/>
                  </a:lnTo>
                  <a:close/>
                </a:path>
              </a:pathLst>
            </a:custGeom>
            <a:gradFill>
              <a:gsLst>
                <a:gs pos="0">
                  <a:schemeClr val="tx2"/>
                </a:gs>
                <a:gs pos="100000">
                  <a:schemeClr val="bg2">
                    <a:lumMod val="60000"/>
                    <a:lumOff val="40000"/>
                  </a:schemeClr>
                </a:gs>
              </a:gsLst>
              <a:lin ang="5400000"/>
            </a:gradFill>
            <a:ln>
              <a:noFill/>
            </a:ln>
          </p:spPr>
          <p:style>
            <a:lnRef idx="0">
              <a:scrgbClr r="0" g="0" b="0"/>
            </a:lnRef>
            <a:fillRef idx="0">
              <a:scrgbClr r="0" g="0" b="0"/>
            </a:fillRef>
            <a:effectRef idx="0">
              <a:scrgbClr r="0" g="0" b="0"/>
            </a:effectRef>
            <a:fontRef idx="minor"/>
          </p:style>
        </p:sp>
        <p:sp>
          <p:nvSpPr>
            <p:cNvPr id="85" name="CustomShape 84"/>
            <p:cNvSpPr/>
            <p:nvPr/>
          </p:nvSpPr>
          <p:spPr>
            <a:xfrm>
              <a:off x="1147680" y="4481640"/>
              <a:ext cx="190080" cy="190080"/>
            </a:xfrm>
            <a:custGeom>
              <a:avLst/>
              <a:gdLst/>
              <a:ahLst/>
              <a:cxnLst/>
              <a:rect l="l" t="t"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adFill>
              <a:gsLst>
                <a:gs pos="0">
                  <a:schemeClr val="tx2"/>
                </a:gs>
                <a:gs pos="100000">
                  <a:schemeClr val="bg2">
                    <a:lumMod val="60000"/>
                    <a:lumOff val="40000"/>
                  </a:schemeClr>
                </a:gs>
              </a:gsLst>
              <a:lin ang="5400000"/>
            </a:gradFill>
            <a:ln>
              <a:noFill/>
            </a:ln>
          </p:spPr>
          <p:style>
            <a:lnRef idx="0">
              <a:scrgbClr r="0" g="0" b="0"/>
            </a:lnRef>
            <a:fillRef idx="0">
              <a:scrgbClr r="0" g="0" b="0"/>
            </a:fillRef>
            <a:effectRef idx="0">
              <a:scrgbClr r="0" g="0" b="0"/>
            </a:effectRef>
            <a:fontRef idx="minor"/>
          </p:style>
        </p:sp>
        <p:sp>
          <p:nvSpPr>
            <p:cNvPr id="86" name="CustomShape 85"/>
            <p:cNvSpPr/>
            <p:nvPr/>
          </p:nvSpPr>
          <p:spPr>
            <a:xfrm>
              <a:off x="819000" y="3983040"/>
              <a:ext cx="347400" cy="2860200"/>
            </a:xfrm>
            <a:custGeom>
              <a:avLst/>
              <a:gdLst/>
              <a:ahLst/>
              <a:cxnLst/>
              <a:rect l="l" t="t" r="r" b="b"/>
              <a:pathLst>
                <a:path w="219" h="1802">
                  <a:moveTo>
                    <a:pt x="219" y="1802"/>
                  </a:moveTo>
                  <a:lnTo>
                    <a:pt x="201" y="1802"/>
                  </a:lnTo>
                  <a:lnTo>
                    <a:pt x="201" y="1185"/>
                  </a:lnTo>
                  <a:lnTo>
                    <a:pt x="0" y="3"/>
                  </a:lnTo>
                  <a:lnTo>
                    <a:pt x="15" y="0"/>
                  </a:lnTo>
                  <a:lnTo>
                    <a:pt x="219" y="1185"/>
                  </a:lnTo>
                  <a:lnTo>
                    <a:pt x="219" y="1802"/>
                  </a:lnTo>
                  <a:close/>
                </a:path>
              </a:pathLst>
            </a:custGeom>
            <a:gradFill>
              <a:gsLst>
                <a:gs pos="0">
                  <a:schemeClr val="tx2"/>
                </a:gs>
                <a:gs pos="100000">
                  <a:schemeClr val="bg2">
                    <a:lumMod val="60000"/>
                    <a:lumOff val="40000"/>
                  </a:schemeClr>
                </a:gs>
              </a:gsLst>
              <a:lin ang="5400000"/>
            </a:gradFill>
            <a:ln>
              <a:noFill/>
            </a:ln>
          </p:spPr>
          <p:style>
            <a:lnRef idx="0">
              <a:scrgbClr r="0" g="0" b="0"/>
            </a:lnRef>
            <a:fillRef idx="0">
              <a:scrgbClr r="0" g="0" b="0"/>
            </a:fillRef>
            <a:effectRef idx="0">
              <a:scrgbClr r="0" g="0" b="0"/>
            </a:effectRef>
            <a:fontRef idx="minor"/>
          </p:style>
        </p:sp>
        <p:sp>
          <p:nvSpPr>
            <p:cNvPr id="87" name="CustomShape 86"/>
            <p:cNvSpPr/>
            <p:nvPr/>
          </p:nvSpPr>
          <p:spPr>
            <a:xfrm>
              <a:off x="728640" y="3807000"/>
              <a:ext cx="190080" cy="190080"/>
            </a:xfrm>
            <a:custGeom>
              <a:avLst/>
              <a:gdLst/>
              <a:ahLst/>
              <a:cxnLst/>
              <a:rect l="l" t="t"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adFill>
              <a:gsLst>
                <a:gs pos="0">
                  <a:schemeClr val="tx2"/>
                </a:gs>
                <a:gs pos="100000">
                  <a:schemeClr val="bg2">
                    <a:lumMod val="60000"/>
                    <a:lumOff val="40000"/>
                  </a:schemeClr>
                </a:gs>
              </a:gsLst>
              <a:lin ang="5400000"/>
            </a:gradFill>
            <a:ln>
              <a:noFill/>
            </a:ln>
          </p:spPr>
          <p:style>
            <a:lnRef idx="0">
              <a:scrgbClr r="0" g="0" b="0"/>
            </a:lnRef>
            <a:fillRef idx="0">
              <a:scrgbClr r="0" g="0" b="0"/>
            </a:fillRef>
            <a:effectRef idx="0">
              <a:scrgbClr r="0" g="0" b="0"/>
            </a:effectRef>
            <a:fontRef idx="minor"/>
          </p:style>
        </p:sp>
        <p:sp>
          <p:nvSpPr>
            <p:cNvPr id="88" name="CustomShape 87"/>
            <p:cNvSpPr/>
            <p:nvPr/>
          </p:nvSpPr>
          <p:spPr>
            <a:xfrm>
              <a:off x="1623960" y="4867200"/>
              <a:ext cx="190080" cy="188640"/>
            </a:xfrm>
            <a:custGeom>
              <a:avLst/>
              <a:gdLst/>
              <a:ahLst/>
              <a:cxnLst/>
              <a:rect l="l" t="t"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adFill>
              <a:gsLst>
                <a:gs pos="0">
                  <a:schemeClr val="tx2"/>
                </a:gs>
                <a:gs pos="100000">
                  <a:schemeClr val="bg2">
                    <a:lumMod val="60000"/>
                    <a:lumOff val="40000"/>
                  </a:schemeClr>
                </a:gs>
              </a:gsLst>
              <a:lin ang="5400000"/>
            </a:gradFill>
            <a:ln>
              <a:noFill/>
            </a:ln>
          </p:spPr>
          <p:style>
            <a:lnRef idx="0">
              <a:scrgbClr r="0" g="0" b="0"/>
            </a:lnRef>
            <a:fillRef idx="0">
              <a:scrgbClr r="0" g="0" b="0"/>
            </a:fillRef>
            <a:effectRef idx="0">
              <a:scrgbClr r="0" g="0" b="0"/>
            </a:effectRef>
            <a:fontRef idx="minor"/>
          </p:style>
        </p:sp>
        <p:sp>
          <p:nvSpPr>
            <p:cNvPr id="89" name="CustomShape 88"/>
            <p:cNvSpPr/>
            <p:nvPr/>
          </p:nvSpPr>
          <p:spPr>
            <a:xfrm>
              <a:off x="1405080" y="5423040"/>
              <a:ext cx="371160" cy="1425240"/>
            </a:xfrm>
            <a:custGeom>
              <a:avLst/>
              <a:gdLst/>
              <a:ahLst/>
              <a:cxnLst/>
              <a:rect l="l" t="t" r="r" b="b"/>
              <a:pathLst>
                <a:path w="234" h="898">
                  <a:moveTo>
                    <a:pt x="18" y="898"/>
                  </a:moveTo>
                  <a:lnTo>
                    <a:pt x="0" y="898"/>
                  </a:lnTo>
                  <a:lnTo>
                    <a:pt x="0" y="515"/>
                  </a:lnTo>
                  <a:lnTo>
                    <a:pt x="0" y="512"/>
                  </a:lnTo>
                  <a:lnTo>
                    <a:pt x="222" y="0"/>
                  </a:lnTo>
                  <a:lnTo>
                    <a:pt x="234" y="6"/>
                  </a:lnTo>
                  <a:lnTo>
                    <a:pt x="18" y="518"/>
                  </a:lnTo>
                  <a:lnTo>
                    <a:pt x="18" y="898"/>
                  </a:lnTo>
                  <a:close/>
                </a:path>
              </a:pathLst>
            </a:custGeom>
            <a:gradFill>
              <a:gsLst>
                <a:gs pos="0">
                  <a:schemeClr val="tx2"/>
                </a:gs>
                <a:gs pos="100000">
                  <a:schemeClr val="bg2">
                    <a:lumMod val="60000"/>
                    <a:lumOff val="40000"/>
                  </a:schemeClr>
                </a:gs>
              </a:gsLst>
              <a:lin ang="5400000"/>
            </a:gradFill>
            <a:ln>
              <a:noFill/>
            </a:ln>
          </p:spPr>
          <p:style>
            <a:lnRef idx="0">
              <a:scrgbClr r="0" g="0" b="0"/>
            </a:lnRef>
            <a:fillRef idx="0">
              <a:scrgbClr r="0" g="0" b="0"/>
            </a:fillRef>
            <a:effectRef idx="0">
              <a:scrgbClr r="0" g="0" b="0"/>
            </a:effectRef>
            <a:fontRef idx="minor"/>
          </p:style>
        </p:sp>
        <p:sp>
          <p:nvSpPr>
            <p:cNvPr id="90" name="CustomShape 89"/>
            <p:cNvSpPr/>
            <p:nvPr/>
          </p:nvSpPr>
          <p:spPr>
            <a:xfrm>
              <a:off x="1666800" y="5945040"/>
              <a:ext cx="151920" cy="912600"/>
            </a:xfrm>
            <a:custGeom>
              <a:avLst/>
              <a:gdLst/>
              <a:ahLst/>
              <a:cxnLst/>
              <a:rect l="l" t="t" r="r" b="b"/>
              <a:pathLst>
                <a:path w="96" h="575">
                  <a:moveTo>
                    <a:pt x="15" y="575"/>
                  </a:moveTo>
                  <a:lnTo>
                    <a:pt x="0" y="569"/>
                  </a:lnTo>
                  <a:lnTo>
                    <a:pt x="81" y="383"/>
                  </a:lnTo>
                  <a:lnTo>
                    <a:pt x="81" y="0"/>
                  </a:lnTo>
                  <a:lnTo>
                    <a:pt x="96" y="0"/>
                  </a:lnTo>
                  <a:lnTo>
                    <a:pt x="96" y="386"/>
                  </a:lnTo>
                  <a:lnTo>
                    <a:pt x="15" y="575"/>
                  </a:lnTo>
                  <a:close/>
                </a:path>
              </a:pathLst>
            </a:custGeom>
            <a:gradFill>
              <a:gsLst>
                <a:gs pos="0">
                  <a:schemeClr val="tx2"/>
                </a:gs>
                <a:gs pos="100000">
                  <a:schemeClr val="bg2">
                    <a:lumMod val="60000"/>
                    <a:lumOff val="40000"/>
                  </a:schemeClr>
                </a:gs>
              </a:gsLst>
              <a:lin ang="5400000"/>
            </a:gradFill>
            <a:ln>
              <a:noFill/>
            </a:ln>
          </p:spPr>
          <p:style>
            <a:lnRef idx="0">
              <a:scrgbClr r="0" g="0" b="0"/>
            </a:lnRef>
            <a:fillRef idx="0">
              <a:scrgbClr r="0" g="0" b="0"/>
            </a:fillRef>
            <a:effectRef idx="0">
              <a:scrgbClr r="0" g="0" b="0"/>
            </a:effectRef>
            <a:fontRef idx="minor"/>
          </p:style>
        </p:sp>
        <p:sp>
          <p:nvSpPr>
            <p:cNvPr id="91" name="CustomShape 90"/>
            <p:cNvSpPr/>
            <p:nvPr/>
          </p:nvSpPr>
          <p:spPr>
            <a:xfrm>
              <a:off x="1709640" y="5246640"/>
              <a:ext cx="190080" cy="190080"/>
            </a:xfrm>
            <a:custGeom>
              <a:avLst/>
              <a:gdLst/>
              <a:ahLst/>
              <a:cxnLst/>
              <a:rect l="l" t="t"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a:gsLst>
                <a:gs pos="0">
                  <a:schemeClr val="tx2"/>
                </a:gs>
                <a:gs pos="100000">
                  <a:schemeClr val="bg2">
                    <a:lumMod val="60000"/>
                    <a:lumOff val="40000"/>
                  </a:schemeClr>
                </a:gs>
              </a:gsLst>
              <a:lin ang="5400000"/>
            </a:gradFill>
            <a:ln>
              <a:noFill/>
            </a:ln>
          </p:spPr>
          <p:style>
            <a:lnRef idx="0">
              <a:scrgbClr r="0" g="0" b="0"/>
            </a:lnRef>
            <a:fillRef idx="0">
              <a:scrgbClr r="0" g="0" b="0"/>
            </a:fillRef>
            <a:effectRef idx="0">
              <a:scrgbClr r="0" g="0" b="0"/>
            </a:effectRef>
            <a:fontRef idx="minor"/>
          </p:style>
        </p:sp>
        <p:sp>
          <p:nvSpPr>
            <p:cNvPr id="92" name="CustomShape 91"/>
            <p:cNvSpPr/>
            <p:nvPr/>
          </p:nvSpPr>
          <p:spPr>
            <a:xfrm>
              <a:off x="1709640" y="5764320"/>
              <a:ext cx="190080" cy="190080"/>
            </a:xfrm>
            <a:custGeom>
              <a:avLst/>
              <a:gdLst/>
              <a:ahLst/>
              <a:cxnLst/>
              <a:rect l="l" t="t"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a:gsLst>
                <a:gs pos="0">
                  <a:schemeClr val="tx2"/>
                </a:gs>
                <a:gs pos="100000">
                  <a:schemeClr val="bg2">
                    <a:lumMod val="60000"/>
                    <a:lumOff val="40000"/>
                  </a:schemeClr>
                </a:gs>
              </a:gsLst>
              <a:lin ang="5400000"/>
            </a:gradFill>
            <a:ln>
              <a:noFill/>
            </a:ln>
          </p:spPr>
          <p:style>
            <a:lnRef idx="0">
              <a:scrgbClr r="0" g="0" b="0"/>
            </a:lnRef>
            <a:fillRef idx="0">
              <a:scrgbClr r="0" g="0" b="0"/>
            </a:fillRef>
            <a:effectRef idx="0">
              <a:scrgbClr r="0" g="0" b="0"/>
            </a:effectRef>
            <a:fontRef idx="minor"/>
          </p:style>
        </p:sp>
        <p:sp>
          <p:nvSpPr>
            <p:cNvPr id="93" name="CustomShape 92"/>
            <p:cNvSpPr/>
            <p:nvPr/>
          </p:nvSpPr>
          <p:spPr>
            <a:xfrm>
              <a:off x="1766880" y="6330960"/>
              <a:ext cx="418680" cy="526680"/>
            </a:xfrm>
            <a:custGeom>
              <a:avLst/>
              <a:gdLst/>
              <a:ahLst/>
              <a:cxnLst/>
              <a:rect l="l" t="t" r="r" b="b"/>
              <a:pathLst>
                <a:path w="264" h="332">
                  <a:moveTo>
                    <a:pt x="12" y="332"/>
                  </a:moveTo>
                  <a:lnTo>
                    <a:pt x="0" y="326"/>
                  </a:lnTo>
                  <a:lnTo>
                    <a:pt x="45" y="206"/>
                  </a:lnTo>
                  <a:lnTo>
                    <a:pt x="255" y="0"/>
                  </a:lnTo>
                  <a:lnTo>
                    <a:pt x="264" y="12"/>
                  </a:lnTo>
                  <a:lnTo>
                    <a:pt x="60" y="215"/>
                  </a:lnTo>
                  <a:lnTo>
                    <a:pt x="12" y="332"/>
                  </a:lnTo>
                  <a:close/>
                </a:path>
              </a:pathLst>
            </a:custGeom>
            <a:gradFill>
              <a:gsLst>
                <a:gs pos="0">
                  <a:schemeClr val="tx2"/>
                </a:gs>
                <a:gs pos="100000">
                  <a:schemeClr val="bg2">
                    <a:lumMod val="60000"/>
                    <a:lumOff val="40000"/>
                  </a:schemeClr>
                </a:gs>
              </a:gsLst>
              <a:lin ang="5400000"/>
            </a:gradFill>
            <a:ln>
              <a:noFill/>
            </a:ln>
          </p:spPr>
          <p:style>
            <a:lnRef idx="0">
              <a:scrgbClr r="0" g="0" b="0"/>
            </a:lnRef>
            <a:fillRef idx="0">
              <a:scrgbClr r="0" g="0" b="0"/>
            </a:fillRef>
            <a:effectRef idx="0">
              <a:scrgbClr r="0" g="0" b="0"/>
            </a:effectRef>
            <a:fontRef idx="minor"/>
          </p:style>
        </p:sp>
        <p:sp>
          <p:nvSpPr>
            <p:cNvPr id="94" name="CustomShape 93"/>
            <p:cNvSpPr/>
            <p:nvPr/>
          </p:nvSpPr>
          <p:spPr>
            <a:xfrm>
              <a:off x="2147760" y="6221520"/>
              <a:ext cx="156960" cy="147240"/>
            </a:xfrm>
            <a:custGeom>
              <a:avLst/>
              <a:gdLst/>
              <a:ahLst/>
              <a:cxnLst/>
              <a:rect l="l" t="t"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adFill>
              <a:gsLst>
                <a:gs pos="0">
                  <a:schemeClr val="tx2"/>
                </a:gs>
                <a:gs pos="100000">
                  <a:schemeClr val="bg2">
                    <a:lumMod val="60000"/>
                    <a:lumOff val="40000"/>
                  </a:schemeClr>
                </a:gs>
              </a:gsLst>
              <a:lin ang="5400000"/>
            </a:gradFill>
            <a:ln>
              <a:noFill/>
            </a:ln>
          </p:spPr>
          <p:style>
            <a:lnRef idx="0">
              <a:scrgbClr r="0" g="0" b="0"/>
            </a:lnRef>
            <a:fillRef idx="0">
              <a:scrgbClr r="0" g="0" b="0"/>
            </a:fillRef>
            <a:effectRef idx="0">
              <a:scrgbClr r="0" g="0" b="0"/>
            </a:effectRef>
            <a:fontRef idx="minor"/>
          </p:style>
        </p:sp>
        <p:sp>
          <p:nvSpPr>
            <p:cNvPr id="95" name="CustomShape 94"/>
            <p:cNvSpPr/>
            <p:nvPr/>
          </p:nvSpPr>
          <p:spPr>
            <a:xfrm>
              <a:off x="504720" y="9360"/>
              <a:ext cx="232920" cy="5103360"/>
            </a:xfrm>
            <a:custGeom>
              <a:avLst/>
              <a:gdLst/>
              <a:ahLst/>
              <a:cxnLst/>
              <a:rect l="l" t="t"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adFill>
              <a:gsLst>
                <a:gs pos="0">
                  <a:schemeClr val="tx2"/>
                </a:gs>
                <a:gs pos="100000">
                  <a:schemeClr val="bg2">
                    <a:lumMod val="60000"/>
                    <a:lumOff val="40000"/>
                  </a:schemeClr>
                </a:gs>
              </a:gsLst>
              <a:lin ang="5400000"/>
            </a:gradFill>
            <a:ln>
              <a:noFill/>
            </a:ln>
          </p:spPr>
          <p:style>
            <a:lnRef idx="0">
              <a:scrgbClr r="0" g="0" b="0"/>
            </a:lnRef>
            <a:fillRef idx="0">
              <a:scrgbClr r="0" g="0" b="0"/>
            </a:fillRef>
            <a:effectRef idx="0">
              <a:scrgbClr r="0" g="0" b="0"/>
            </a:effectRef>
            <a:fontRef idx="minor"/>
          </p:style>
        </p:sp>
        <p:sp>
          <p:nvSpPr>
            <p:cNvPr id="96" name="CustomShape 95"/>
            <p:cNvSpPr/>
            <p:nvPr/>
          </p:nvSpPr>
          <p:spPr>
            <a:xfrm>
              <a:off x="633240" y="5103720"/>
              <a:ext cx="185400" cy="185400"/>
            </a:xfrm>
            <a:custGeom>
              <a:avLst/>
              <a:gdLst/>
              <a:ahLst/>
              <a:cxnLst/>
              <a:rect l="l" t="t"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adFill>
              <a:gsLst>
                <a:gs pos="0">
                  <a:schemeClr val="tx2"/>
                </a:gs>
                <a:gs pos="100000">
                  <a:schemeClr val="bg2">
                    <a:lumMod val="60000"/>
                    <a:lumOff val="40000"/>
                  </a:schemeClr>
                </a:gs>
              </a:gsLst>
              <a:lin ang="5400000"/>
            </a:gradFill>
            <a:ln>
              <a:noFill/>
            </a:ln>
          </p:spPr>
          <p:style>
            <a:lnRef idx="0">
              <a:scrgbClr r="0" g="0" b="0"/>
            </a:lnRef>
            <a:fillRef idx="0">
              <a:scrgbClr r="0" g="0" b="0"/>
            </a:fillRef>
            <a:effectRef idx="0">
              <a:scrgbClr r="0" g="0" b="0"/>
            </a:effectRef>
            <a:fontRef idx="minor"/>
          </p:style>
        </p:sp>
      </p:grpSp>
      <p:sp>
        <p:nvSpPr>
          <p:cNvPr id="97" name="PlaceHolder 96"/>
          <p:cNvSpPr>
            <a:spLocks noGrp="1"/>
          </p:cNvSpPr>
          <p:nvPr>
            <p:ph type="title"/>
          </p:nvPr>
        </p:nvSpPr>
        <p:spPr>
          <a:xfrm>
            <a:off x="1876320" y="1122480"/>
            <a:ext cx="8791200" cy="2387160"/>
          </a:xfrm>
          <a:prstGeom prst="rect">
            <a:avLst/>
          </a:prstGeom>
        </p:spPr>
        <p:txBody>
          <a:bodyPr anchor="b">
            <a:normAutofit/>
          </a:bodyPr>
          <a:lstStyle/>
          <a:p>
            <a:pPr>
              <a:lnSpc>
                <a:spcPct val="100000"/>
              </a:lnSpc>
            </a:pPr>
            <a:r>
              <a:rPr lang="en-US" sz="4800" b="0" strike="noStrike" cap="all" spc="-1">
                <a:solidFill>
                  <a:srgbClr val="000000"/>
                </a:solidFill>
                <a:latin typeface="Calibri Light"/>
              </a:rPr>
              <a:t>Haga clic para modificar el estilo de título del patrón</a:t>
            </a:r>
            <a:endParaRPr lang="en-US" sz="4800" b="0" strike="noStrike" spc="-1">
              <a:solidFill>
                <a:srgbClr val="000000"/>
              </a:solidFill>
              <a:latin typeface="Calibri"/>
            </a:endParaRPr>
          </a:p>
        </p:txBody>
      </p:sp>
      <p:sp>
        <p:nvSpPr>
          <p:cNvPr id="98" name="PlaceHolder 97"/>
          <p:cNvSpPr>
            <a:spLocks noGrp="1"/>
          </p:cNvSpPr>
          <p:nvPr>
            <p:ph type="dt"/>
          </p:nvPr>
        </p:nvSpPr>
        <p:spPr>
          <a:xfrm>
            <a:off x="7077600" y="5410080"/>
            <a:ext cx="2742840" cy="364680"/>
          </a:xfrm>
          <a:prstGeom prst="rect">
            <a:avLst/>
          </a:prstGeom>
        </p:spPr>
        <p:txBody>
          <a:bodyPr anchor="ctr"/>
          <a:lstStyle/>
          <a:p>
            <a:pPr algn="r">
              <a:lnSpc>
                <a:spcPct val="100000"/>
              </a:lnSpc>
            </a:pPr>
            <a:fld id="{711466AE-1EF8-476E-BA75-38F608385E90}" type="datetime">
              <a:rPr lang="es-ES" sz="1050" b="0" strike="noStrike" spc="-1">
                <a:solidFill>
                  <a:srgbClr val="8B8B8B"/>
                </a:solidFill>
                <a:latin typeface="Calibri"/>
              </a:rPr>
              <a:t>02/05/2023</a:t>
            </a:fld>
            <a:endParaRPr lang="es-ES" sz="1050" b="0" strike="noStrike" spc="-1">
              <a:latin typeface="Times New Roman"/>
            </a:endParaRPr>
          </a:p>
        </p:txBody>
      </p:sp>
      <p:sp>
        <p:nvSpPr>
          <p:cNvPr id="99" name="PlaceHolder 98"/>
          <p:cNvSpPr>
            <a:spLocks noGrp="1"/>
          </p:cNvSpPr>
          <p:nvPr>
            <p:ph type="ftr"/>
          </p:nvPr>
        </p:nvSpPr>
        <p:spPr>
          <a:xfrm>
            <a:off x="1876320" y="5410080"/>
            <a:ext cx="5124600" cy="364680"/>
          </a:xfrm>
          <a:prstGeom prst="rect">
            <a:avLst/>
          </a:prstGeom>
        </p:spPr>
        <p:txBody>
          <a:bodyPr anchor="ctr"/>
          <a:lstStyle/>
          <a:p>
            <a:endParaRPr lang="es-ES" sz="2400" b="0" strike="noStrike" spc="-1">
              <a:latin typeface="Times New Roman"/>
            </a:endParaRPr>
          </a:p>
        </p:txBody>
      </p:sp>
      <p:sp>
        <p:nvSpPr>
          <p:cNvPr id="100" name="PlaceHolder 99"/>
          <p:cNvSpPr>
            <a:spLocks noGrp="1"/>
          </p:cNvSpPr>
          <p:nvPr>
            <p:ph type="sldNum"/>
          </p:nvPr>
        </p:nvSpPr>
        <p:spPr>
          <a:xfrm>
            <a:off x="9896760" y="5410080"/>
            <a:ext cx="770760" cy="364680"/>
          </a:xfrm>
          <a:prstGeom prst="rect">
            <a:avLst/>
          </a:prstGeom>
        </p:spPr>
        <p:txBody>
          <a:bodyPr anchor="ctr"/>
          <a:lstStyle/>
          <a:p>
            <a:pPr algn="r">
              <a:lnSpc>
                <a:spcPct val="100000"/>
              </a:lnSpc>
            </a:pPr>
            <a:fld id="{4A638EAB-34DD-4164-9E92-7711F9DF2157}" type="slidenum">
              <a:rPr lang="es-ES" sz="1050" b="0" strike="noStrike" spc="-1">
                <a:solidFill>
                  <a:srgbClr val="8B8B8B"/>
                </a:solidFill>
                <a:latin typeface="Calibri"/>
              </a:rPr>
              <a:t>‹Nº›</a:t>
            </a:fld>
            <a:endParaRPr lang="es-ES" sz="1050" b="0" strike="noStrike" spc="-1">
              <a:latin typeface="Times New Roman"/>
            </a:endParaRPr>
          </a:p>
        </p:txBody>
      </p:sp>
      <p:sp>
        <p:nvSpPr>
          <p:cNvPr id="101" name="PlaceHolder 100"/>
          <p:cNvSpPr>
            <a:spLocks noGrp="1"/>
          </p:cNvSpPr>
          <p:nvPr>
            <p:ph type="body"/>
          </p:nvPr>
        </p:nvSpPr>
        <p:spPr>
          <a:xfrm>
            <a:off x="609480" y="1604520"/>
            <a:ext cx="10972440" cy="3977280"/>
          </a:xfrm>
          <a:prstGeom prst="rect">
            <a:avLst/>
          </a:prstGeom>
        </p:spPr>
        <p:txBody>
          <a:bodyPr lIns="0" tIns="0" rIns="0" bIns="0">
            <a:normAutofit/>
          </a:bodyPr>
          <a:lstStyle/>
          <a:p>
            <a:pPr marL="432000" indent="-324000">
              <a:spcBef>
                <a:spcPts val="1417"/>
              </a:spcBef>
              <a:buClr>
                <a:srgbClr val="000000"/>
              </a:buClr>
              <a:buSzPct val="45000"/>
              <a:buFont typeface="Wingdings" charset="2"/>
              <a:buChar char=""/>
            </a:pPr>
            <a:r>
              <a:rPr lang="en-US" sz="2400" b="0" strike="noStrike" spc="-1">
                <a:solidFill>
                  <a:srgbClr val="000000"/>
                </a:solidFill>
                <a:latin typeface="Calibri"/>
              </a:rPr>
              <a:t>Click to edit the outline text format</a:t>
            </a:r>
          </a:p>
          <a:p>
            <a:pPr marL="864000" lvl="1" indent="-324000">
              <a:spcBef>
                <a:spcPts val="1134"/>
              </a:spcBef>
              <a:buClr>
                <a:srgbClr val="000000"/>
              </a:buClr>
              <a:buSzPct val="75000"/>
              <a:buFont typeface="Symbol" charset="2"/>
              <a:buChar char=""/>
            </a:pPr>
            <a:r>
              <a:rPr lang="en-US" sz="1800" b="0" strike="noStrike" spc="-1">
                <a:solidFill>
                  <a:srgbClr val="000000"/>
                </a:solidFill>
                <a:latin typeface="Calibri"/>
              </a:rPr>
              <a:t>Second Outline Level</a:t>
            </a:r>
          </a:p>
          <a:p>
            <a:pPr marL="1296000" lvl="2" indent="-288000">
              <a:spcBef>
                <a:spcPts val="850"/>
              </a:spcBef>
              <a:buClr>
                <a:srgbClr val="000000"/>
              </a:buClr>
              <a:buSzPct val="45000"/>
              <a:buFont typeface="Wingdings" charset="2"/>
              <a:buChar char=""/>
            </a:pPr>
            <a:r>
              <a:rPr lang="en-US" sz="1600" b="0" strike="noStrike" spc="-1">
                <a:solidFill>
                  <a:srgbClr val="000000"/>
                </a:solidFill>
                <a:latin typeface="Calibri"/>
              </a:rPr>
              <a:t>Third Outline Level</a:t>
            </a:r>
          </a:p>
          <a:p>
            <a:pPr marL="1728000" lvl="3" indent="-216000">
              <a:spcBef>
                <a:spcPts val="567"/>
              </a:spcBef>
              <a:buClr>
                <a:srgbClr val="000000"/>
              </a:buClr>
              <a:buSzPct val="75000"/>
              <a:buFont typeface="Symbol" charset="2"/>
              <a:buChar char=""/>
            </a:pPr>
            <a:r>
              <a:rPr lang="en-US" sz="1600" b="0" strike="noStrike" spc="-1">
                <a:solidFill>
                  <a:srgbClr val="000000"/>
                </a:solidFill>
                <a:latin typeface="Calibri"/>
              </a:rPr>
              <a:t>Fourth Outline Level</a:t>
            </a:r>
          </a:p>
          <a:p>
            <a:pPr marL="2160000" lvl="4" indent="-216000">
              <a:spcBef>
                <a:spcPts val="283"/>
              </a:spcBef>
              <a:buClr>
                <a:srgbClr val="000000"/>
              </a:buClr>
              <a:buSzPct val="45000"/>
              <a:buFont typeface="Wingdings" charset="2"/>
              <a:buChar char=""/>
            </a:pPr>
            <a:r>
              <a:rPr lang="en-US" sz="2000" b="0" strike="noStrike" spc="-1">
                <a:solidFill>
                  <a:srgbClr val="000000"/>
                </a:solidFill>
                <a:latin typeface="Calibri"/>
              </a:rPr>
              <a:t>Fifth Outline Level</a:t>
            </a:r>
          </a:p>
          <a:p>
            <a:pPr marL="2592000" lvl="5" indent="-216000">
              <a:spcBef>
                <a:spcPts val="283"/>
              </a:spcBef>
              <a:buClr>
                <a:srgbClr val="000000"/>
              </a:buClr>
              <a:buSzPct val="45000"/>
              <a:buFont typeface="Wingdings" charset="2"/>
              <a:buChar char=""/>
            </a:pPr>
            <a:r>
              <a:rPr lang="en-US" sz="2000" b="0" strike="noStrike" spc="-1">
                <a:solidFill>
                  <a:srgbClr val="000000"/>
                </a:solidFill>
                <a:latin typeface="Calibri"/>
              </a:rPr>
              <a:t>Sixth Outline Level</a:t>
            </a:r>
          </a:p>
          <a:p>
            <a:pPr marL="3024000" lvl="6" indent="-216000">
              <a:spcBef>
                <a:spcPts val="283"/>
              </a:spcBef>
              <a:buClr>
                <a:srgbClr val="000000"/>
              </a:buClr>
              <a:buSzPct val="45000"/>
              <a:buFont typeface="Wingdings" charset="2"/>
              <a:buChar char=""/>
            </a:pPr>
            <a:r>
              <a:rPr lang="en-US" sz="2000" b="0" strike="noStrike" spc="-1">
                <a:solidFill>
                  <a:srgbClr val="000000"/>
                </a:solidFill>
                <a:latin typeface="Calibri"/>
              </a:rPr>
              <a:t>Seventh Outline Level</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hyperlink" Target="http://www.chuidiang.com/java/ficheros/ObjetosFichero.php" TargetMode="External"/><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image" Target="../media/image11.emf"/><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0" name="TextShape 1"/>
          <p:cNvSpPr txBox="1"/>
          <p:nvPr/>
        </p:nvSpPr>
        <p:spPr>
          <a:xfrm>
            <a:off x="1876320" y="1122480"/>
            <a:ext cx="9866880" cy="2387160"/>
          </a:xfrm>
          <a:prstGeom prst="rect">
            <a:avLst/>
          </a:prstGeom>
          <a:noFill/>
          <a:ln>
            <a:noFill/>
          </a:ln>
        </p:spPr>
        <p:txBody>
          <a:bodyPr anchor="b"/>
          <a:lstStyle/>
          <a:p>
            <a:pPr>
              <a:lnSpc>
                <a:spcPct val="100000"/>
              </a:lnSpc>
            </a:pPr>
            <a:r>
              <a:rPr lang="en-US" sz="4800" b="0" strike="noStrike" cap="all" spc="-1" dirty="0" err="1">
                <a:solidFill>
                  <a:srgbClr val="000000"/>
                </a:solidFill>
                <a:latin typeface="Calibri Light"/>
              </a:rPr>
              <a:t>Persistencia</a:t>
            </a:r>
            <a:r>
              <a:rPr lang="en-US" sz="4800" b="0" strike="noStrike" cap="all" spc="-1" dirty="0">
                <a:solidFill>
                  <a:srgbClr val="000000"/>
                </a:solidFill>
                <a:latin typeface="Calibri Light"/>
              </a:rPr>
              <a:t> de </a:t>
            </a:r>
            <a:r>
              <a:rPr lang="en-US" sz="4800" b="0" strike="noStrike" cap="all" spc="-1" dirty="0" err="1">
                <a:solidFill>
                  <a:srgbClr val="000000"/>
                </a:solidFill>
                <a:latin typeface="Calibri Light"/>
              </a:rPr>
              <a:t>datos</a:t>
            </a:r>
            <a:endParaRPr lang="en-US" sz="4800" b="0" strike="noStrike" spc="-1" dirty="0">
              <a:solidFill>
                <a:srgbClr val="000000"/>
              </a:solidFill>
              <a:latin typeface="Calibri"/>
            </a:endParaRPr>
          </a:p>
        </p:txBody>
      </p:sp>
      <p:sp>
        <p:nvSpPr>
          <p:cNvPr id="221" name="TextShape 2"/>
          <p:cNvSpPr txBox="1"/>
          <p:nvPr/>
        </p:nvSpPr>
        <p:spPr>
          <a:xfrm>
            <a:off x="1876320" y="3602160"/>
            <a:ext cx="8791200" cy="1655280"/>
          </a:xfrm>
          <a:prstGeom prst="rect">
            <a:avLst/>
          </a:prstGeom>
          <a:noFill/>
          <a:ln>
            <a:noFill/>
          </a:ln>
        </p:spPr>
        <p:txBody>
          <a:bodyPr/>
          <a:lstStyle/>
          <a:p>
            <a:pPr>
              <a:lnSpc>
                <a:spcPct val="100000"/>
              </a:lnSpc>
              <a:spcBef>
                <a:spcPts val="1001"/>
              </a:spcBef>
            </a:pPr>
            <a:r>
              <a:rPr lang="es-ES" sz="2000" b="0" strike="noStrike" cap="all" spc="-1">
                <a:solidFill>
                  <a:srgbClr val="335B74"/>
                </a:solidFill>
                <a:latin typeface="Calibri"/>
              </a:rPr>
              <a:t>IES Rosa chacel</a:t>
            </a:r>
            <a:endParaRPr lang="es-ES" sz="2000" b="0" strike="noStrike" spc="-1">
              <a:latin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Shape 63"/>
        <p:cNvGrpSpPr/>
        <p:nvPr/>
      </p:nvGrpSpPr>
      <p:grpSpPr>
        <a:xfrm>
          <a:off x="0" y="0"/>
          <a:ext cx="0" cy="0"/>
          <a:chOff x="0" y="0"/>
          <a:chExt cx="0" cy="0"/>
        </a:xfrm>
      </p:grpSpPr>
      <p:sp>
        <p:nvSpPr>
          <p:cNvPr id="64" name="Shape 64"/>
          <p:cNvSpPr txBox="1">
            <a:spLocks noGrp="1"/>
          </p:cNvSpPr>
          <p:nvPr>
            <p:ph type="title"/>
          </p:nvPr>
        </p:nvSpPr>
        <p:spPr>
          <a:xfrm>
            <a:off x="1981200" y="186035"/>
            <a:ext cx="8229600" cy="1143000"/>
          </a:xfrm>
          <a:prstGeom prst="rect">
            <a:avLst/>
          </a:prstGeom>
        </p:spPr>
        <p:txBody>
          <a:bodyPr lIns="91425" tIns="91425" rIns="91425" bIns="91425" anchor="b" anchorCtr="0">
            <a:noAutofit/>
          </a:bodyPr>
          <a:lstStyle/>
          <a:p>
            <a:r>
              <a:rPr lang="es"/>
              <a:t>Conceptos: el código en la POO</a:t>
            </a:r>
          </a:p>
        </p:txBody>
      </p:sp>
      <p:sp>
        <p:nvSpPr>
          <p:cNvPr id="65" name="Shape 65"/>
          <p:cNvSpPr txBox="1">
            <a:spLocks noGrp="1"/>
          </p:cNvSpPr>
          <p:nvPr>
            <p:ph type="body" idx="1"/>
          </p:nvPr>
        </p:nvSpPr>
        <p:spPr>
          <a:xfrm>
            <a:off x="779929" y="1398493"/>
            <a:ext cx="10694895" cy="5369207"/>
          </a:xfrm>
          <a:prstGeom prst="rect">
            <a:avLst/>
          </a:prstGeom>
        </p:spPr>
        <p:txBody>
          <a:bodyPr lIns="91425" tIns="91425" rIns="91425" bIns="91425" anchor="t" anchorCtr="0">
            <a:noAutofit/>
          </a:bodyPr>
          <a:lstStyle/>
          <a:p>
            <a:pPr marL="457200" indent="-381000">
              <a:buClr>
                <a:schemeClr val="dk1"/>
              </a:buClr>
              <a:buSzPct val="100000"/>
              <a:buFont typeface="Arial"/>
              <a:buChar char="●"/>
            </a:pPr>
            <a:r>
              <a:rPr lang="es" sz="3200" dirty="0"/>
              <a:t>Los objetos (sobre los cuales se fundamenta toda la POO), se componen de atributos (datos) y métodos (código ejecutable).</a:t>
            </a:r>
          </a:p>
          <a:p>
            <a:pPr marL="457200" indent="-381000">
              <a:buClr>
                <a:schemeClr val="dk1"/>
              </a:buClr>
              <a:buSzPct val="100000"/>
              <a:buFont typeface="Arial"/>
              <a:buChar char="●"/>
            </a:pPr>
            <a:r>
              <a:rPr lang="es" sz="3200" dirty="0"/>
              <a:t>El código se almacena (ya compilado) en dispositivos de almacenamiento como un disco duro.</a:t>
            </a:r>
          </a:p>
          <a:p>
            <a:pPr marL="457200" indent="-381000">
              <a:buClr>
                <a:schemeClr val="dk1"/>
              </a:buClr>
              <a:buSzPct val="100000"/>
              <a:buFont typeface="Arial"/>
              <a:buChar char="●"/>
            </a:pPr>
            <a:r>
              <a:rPr lang="es" sz="3200" dirty="0"/>
              <a:t>Cuando ejecutamos un programa sobre una JVM (por ejemplo), el código compilado se carga en memoria RAM y se ejecuta.</a:t>
            </a:r>
          </a:p>
          <a:p>
            <a:pPr marL="457200" indent="-381000">
              <a:buClr>
                <a:schemeClr val="dk1"/>
              </a:buClr>
              <a:buSzPct val="100000"/>
              <a:buFont typeface="Arial"/>
              <a:buChar char="●"/>
            </a:pPr>
            <a:r>
              <a:rPr lang="es" sz="3200" dirty="0"/>
              <a:t>Cuando la electricidad se apaga, el programa desaparece de la memoria, pero </a:t>
            </a:r>
            <a:r>
              <a:rPr lang="es" sz="3200" u="sng" dirty="0"/>
              <a:t>persiste</a:t>
            </a:r>
            <a:r>
              <a:rPr lang="es" sz="3200" dirty="0"/>
              <a:t> en el disco duro.</a:t>
            </a:r>
          </a:p>
        </p:txBody>
      </p:sp>
    </p:spTree>
  </p:cSld>
  <p:clrMapOvr>
    <a:masterClrMapping/>
  </p:clrMapOvr>
  <p:transition spd="slow">
    <p:cut/>
  </p:transition>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Shape 69"/>
        <p:cNvGrpSpPr/>
        <p:nvPr/>
      </p:nvGrpSpPr>
      <p:grpSpPr>
        <a:xfrm>
          <a:off x="0" y="0"/>
          <a:ext cx="0" cy="0"/>
          <a:chOff x="0" y="0"/>
          <a:chExt cx="0" cy="0"/>
        </a:xfrm>
      </p:grpSpPr>
      <p:sp>
        <p:nvSpPr>
          <p:cNvPr id="70" name="Shape 70"/>
          <p:cNvSpPr txBox="1">
            <a:spLocks noGrp="1"/>
          </p:cNvSpPr>
          <p:nvPr>
            <p:ph type="title"/>
          </p:nvPr>
        </p:nvSpPr>
        <p:spPr>
          <a:xfrm>
            <a:off x="1981200" y="186035"/>
            <a:ext cx="8229600" cy="1143000"/>
          </a:xfrm>
          <a:prstGeom prst="rect">
            <a:avLst/>
          </a:prstGeom>
        </p:spPr>
        <p:txBody>
          <a:bodyPr lIns="91425" tIns="91425" rIns="91425" bIns="91425" anchor="b" anchorCtr="0">
            <a:noAutofit/>
          </a:bodyPr>
          <a:lstStyle/>
          <a:p>
            <a:r>
              <a:rPr lang="es"/>
              <a:t>Conceptos: los atributos en la POO</a:t>
            </a:r>
          </a:p>
        </p:txBody>
      </p:sp>
      <p:sp>
        <p:nvSpPr>
          <p:cNvPr id="71" name="Shape 71"/>
          <p:cNvSpPr txBox="1">
            <a:spLocks noGrp="1"/>
          </p:cNvSpPr>
          <p:nvPr>
            <p:ph type="body" idx="1"/>
          </p:nvPr>
        </p:nvSpPr>
        <p:spPr>
          <a:xfrm>
            <a:off x="1165412" y="1371600"/>
            <a:ext cx="10040469" cy="5317200"/>
          </a:xfrm>
          <a:prstGeom prst="rect">
            <a:avLst/>
          </a:prstGeom>
        </p:spPr>
        <p:txBody>
          <a:bodyPr lIns="91425" tIns="91425" rIns="91425" bIns="91425" anchor="t" anchorCtr="0">
            <a:noAutofit/>
          </a:bodyPr>
          <a:lstStyle/>
          <a:p>
            <a:pPr marL="457200" indent="-368300">
              <a:buClr>
                <a:schemeClr val="dk1"/>
              </a:buClr>
              <a:buSzPct val="100000"/>
              <a:buFont typeface="Arial"/>
              <a:buChar char="●"/>
            </a:pPr>
            <a:r>
              <a:rPr lang="es" sz="3200" dirty="0"/>
              <a:t>Los valores de los atributos de los objetos no existen previamente en el disco.</a:t>
            </a:r>
          </a:p>
          <a:p>
            <a:pPr marL="457200" indent="-368300">
              <a:buClr>
                <a:schemeClr val="dk1"/>
              </a:buClr>
              <a:buSzPct val="100000"/>
              <a:buFont typeface="Arial"/>
              <a:buChar char="●"/>
            </a:pPr>
            <a:r>
              <a:rPr lang="es" sz="3200" dirty="0"/>
              <a:t>Una vez en ejecución el programa, cuando se ejecuta "new", se reserva espacio en memoria RAM (llamada </a:t>
            </a:r>
            <a:r>
              <a:rPr lang="es" sz="3200" b="1" dirty="0"/>
              <a:t>heap</a:t>
            </a:r>
            <a:r>
              <a:rPr lang="es" sz="3200" dirty="0"/>
              <a:t>), para guardar los posibles valores de los atributos de cada objeto.</a:t>
            </a:r>
          </a:p>
          <a:p>
            <a:pPr marL="457200" indent="-368300">
              <a:buClr>
                <a:schemeClr val="dk1"/>
              </a:buClr>
              <a:buSzPct val="100000"/>
              <a:buFont typeface="Arial"/>
              <a:buChar char="●"/>
            </a:pPr>
            <a:r>
              <a:rPr lang="es" sz="3200" dirty="0"/>
              <a:t>El resto de datos: variables locales, parámetros de entrada, etc. se gestionan en una zona de memoria (llamada </a:t>
            </a:r>
            <a:r>
              <a:rPr lang="es" sz="3200" b="1" dirty="0"/>
              <a:t>stack</a:t>
            </a:r>
            <a:r>
              <a:rPr lang="es" sz="3200" dirty="0"/>
              <a:t>), cuyo contenido se va liberando una vez finaliza la ejecución de los métodos que contienen dichos datos.</a:t>
            </a:r>
          </a:p>
        </p:txBody>
      </p:sp>
    </p:spTree>
  </p:cSld>
  <p:clrMapOvr>
    <a:masterClrMapping/>
  </p:clrMapOvr>
  <p:transition spd="slow">
    <p:cut/>
  </p:transition>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Shape 69"/>
        <p:cNvGrpSpPr/>
        <p:nvPr/>
      </p:nvGrpSpPr>
      <p:grpSpPr>
        <a:xfrm>
          <a:off x="0" y="0"/>
          <a:ext cx="0" cy="0"/>
          <a:chOff x="0" y="0"/>
          <a:chExt cx="0" cy="0"/>
        </a:xfrm>
      </p:grpSpPr>
      <p:sp>
        <p:nvSpPr>
          <p:cNvPr id="70" name="Shape 70"/>
          <p:cNvSpPr txBox="1">
            <a:spLocks noGrp="1"/>
          </p:cNvSpPr>
          <p:nvPr>
            <p:ph type="title"/>
          </p:nvPr>
        </p:nvSpPr>
        <p:spPr>
          <a:xfrm>
            <a:off x="1981200" y="186035"/>
            <a:ext cx="8229600" cy="1143000"/>
          </a:xfrm>
          <a:prstGeom prst="rect">
            <a:avLst/>
          </a:prstGeom>
        </p:spPr>
        <p:txBody>
          <a:bodyPr lIns="91425" tIns="91425" rIns="91425" bIns="91425" anchor="b" anchorCtr="0">
            <a:noAutofit/>
          </a:bodyPr>
          <a:lstStyle/>
          <a:p>
            <a:r>
              <a:rPr lang="es"/>
              <a:t>Conceptos: los atributos en la POO</a:t>
            </a:r>
          </a:p>
        </p:txBody>
      </p:sp>
      <p:sp>
        <p:nvSpPr>
          <p:cNvPr id="71" name="Shape 71"/>
          <p:cNvSpPr txBox="1">
            <a:spLocks noGrp="1"/>
          </p:cNvSpPr>
          <p:nvPr>
            <p:ph type="body" idx="1"/>
          </p:nvPr>
        </p:nvSpPr>
        <p:spPr>
          <a:xfrm>
            <a:off x="1165412" y="1371600"/>
            <a:ext cx="9654987" cy="5317200"/>
          </a:xfrm>
          <a:prstGeom prst="rect">
            <a:avLst/>
          </a:prstGeom>
        </p:spPr>
        <p:txBody>
          <a:bodyPr lIns="91425" tIns="91425" rIns="91425" bIns="91425" anchor="t" anchorCtr="0">
            <a:noAutofit/>
          </a:bodyPr>
          <a:lstStyle/>
          <a:p>
            <a:pPr marL="457200" indent="-381000">
              <a:lnSpc>
                <a:spcPct val="100000"/>
              </a:lnSpc>
              <a:spcBef>
                <a:spcPts val="600"/>
              </a:spcBef>
              <a:buClr>
                <a:schemeClr val="dk1"/>
              </a:buClr>
              <a:buSzPct val="109090"/>
              <a:buFont typeface="Arial"/>
              <a:buChar char="●"/>
            </a:pPr>
            <a:r>
              <a:rPr lang="es" sz="3200" dirty="0"/>
              <a:t>Cuando finaliza el programa, los datos de los atributos (del heap) </a:t>
            </a:r>
            <a:r>
              <a:rPr lang="es" sz="3200" u="sng" dirty="0"/>
              <a:t>no persisten</a:t>
            </a:r>
            <a:r>
              <a:rPr lang="es" sz="3200" dirty="0"/>
              <a:t>, aunque en muchos casos sería deseable, ya que contienen nombres de clientes, saldos de cuentas, etc.</a:t>
            </a:r>
            <a:br>
              <a:rPr lang="es" sz="3200" dirty="0"/>
            </a:br>
            <a:endParaRPr lang="es" sz="3200" dirty="0"/>
          </a:p>
          <a:p>
            <a:pPr marL="457200" indent="-368300">
              <a:buClr>
                <a:schemeClr val="dk1"/>
              </a:buClr>
              <a:buSzPct val="100000"/>
              <a:buFont typeface="Arial"/>
              <a:buChar char="●"/>
            </a:pPr>
            <a:r>
              <a:rPr lang="es" sz="3200" dirty="0"/>
              <a:t>Los lenguajes OO, no proveen de ningún mecanismo </a:t>
            </a:r>
            <a:r>
              <a:rPr lang="es" sz="3200" u="sng" dirty="0"/>
              <a:t>automático </a:t>
            </a:r>
            <a:r>
              <a:rPr lang="es" sz="3200" dirty="0"/>
              <a:t>de persistencia, por tanto debemos programar manualmente, qué datos queremos que persistan y cómo</a:t>
            </a:r>
          </a:p>
        </p:txBody>
      </p:sp>
    </p:spTree>
    <p:extLst>
      <p:ext uri="{BB962C8B-B14F-4D97-AF65-F5344CB8AC3E}">
        <p14:creationId xmlns:p14="http://schemas.microsoft.com/office/powerpoint/2010/main" val="3631666543"/>
      </p:ext>
    </p:extLst>
  </p:cSld>
  <p:clrMapOvr>
    <a:masterClrMapping/>
  </p:clrMapOvr>
  <p:transition spd="slow">
    <p:cut/>
  </p:transition>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Shape 75"/>
        <p:cNvGrpSpPr/>
        <p:nvPr/>
      </p:nvGrpSpPr>
      <p:grpSpPr>
        <a:xfrm>
          <a:off x="0" y="0"/>
          <a:ext cx="0" cy="0"/>
          <a:chOff x="0" y="0"/>
          <a:chExt cx="0" cy="0"/>
        </a:xfrm>
      </p:grpSpPr>
      <p:sp>
        <p:nvSpPr>
          <p:cNvPr id="76" name="Shape 76"/>
          <p:cNvSpPr txBox="1">
            <a:spLocks noGrp="1"/>
          </p:cNvSpPr>
          <p:nvPr>
            <p:ph type="title"/>
          </p:nvPr>
        </p:nvSpPr>
        <p:spPr>
          <a:xfrm>
            <a:off x="1981200" y="186035"/>
            <a:ext cx="8229600" cy="1143000"/>
          </a:xfrm>
          <a:prstGeom prst="rect">
            <a:avLst/>
          </a:prstGeom>
        </p:spPr>
        <p:txBody>
          <a:bodyPr lIns="91425" tIns="91425" rIns="91425" bIns="91425" anchor="b" anchorCtr="0">
            <a:noAutofit/>
          </a:bodyPr>
          <a:lstStyle/>
          <a:p>
            <a:r>
              <a:rPr lang="es"/>
              <a:t>Almacenamiento de datos</a:t>
            </a:r>
          </a:p>
        </p:txBody>
      </p:sp>
      <p:sp>
        <p:nvSpPr>
          <p:cNvPr id="77" name="Shape 77"/>
          <p:cNvSpPr txBox="1">
            <a:spLocks noGrp="1"/>
          </p:cNvSpPr>
          <p:nvPr>
            <p:ph type="body" idx="1"/>
          </p:nvPr>
        </p:nvSpPr>
        <p:spPr>
          <a:xfrm>
            <a:off x="76200" y="1460966"/>
            <a:ext cx="12039600" cy="5210999"/>
          </a:xfrm>
          <a:prstGeom prst="rect">
            <a:avLst/>
          </a:prstGeom>
        </p:spPr>
        <p:txBody>
          <a:bodyPr lIns="91425" tIns="91425" rIns="91425" bIns="91425" anchor="t" anchorCtr="0">
            <a:noAutofit/>
          </a:bodyPr>
          <a:lstStyle/>
          <a:p>
            <a:pPr marL="457200" indent="-419100">
              <a:buClr>
                <a:schemeClr val="dk1"/>
              </a:buClr>
              <a:buSzPct val="100000"/>
              <a:buFont typeface="Arial"/>
              <a:buChar char="●"/>
            </a:pPr>
            <a:r>
              <a:rPr lang="es" sz="3600" dirty="0"/>
              <a:t>Para conservar el valor un dato en un dispositivo de almacenamiento (como un disco duro), se puede hacer de varias maneras.</a:t>
            </a:r>
          </a:p>
          <a:p>
            <a:pPr marL="914400" lvl="1" indent="-381000">
              <a:buClr>
                <a:schemeClr val="dk1"/>
              </a:buClr>
              <a:buSzPct val="80000"/>
              <a:buFont typeface="Courier New"/>
              <a:buChar char="o"/>
            </a:pPr>
            <a:r>
              <a:rPr lang="es" sz="3200" dirty="0"/>
              <a:t>Creando un </a:t>
            </a:r>
            <a:r>
              <a:rPr lang="es" sz="3200" b="1" dirty="0"/>
              <a:t>archivo </a:t>
            </a:r>
            <a:r>
              <a:rPr lang="es" sz="3200" dirty="0"/>
              <a:t>y guardando en él los datos en modo RAW (tal cual) o en modo texto. Deberemos controlar nosotros el formato de dicho archivo.</a:t>
            </a:r>
          </a:p>
          <a:p>
            <a:pPr marL="914400" lvl="1" indent="-381000">
              <a:buClr>
                <a:schemeClr val="dk1"/>
              </a:buClr>
              <a:buSzPct val="80000"/>
              <a:buFont typeface="Courier New"/>
              <a:buChar char="o"/>
            </a:pPr>
            <a:r>
              <a:rPr lang="es" sz="3200" dirty="0"/>
              <a:t>Pidiéndole a la JVM que almacene todos los datos del objeto en un </a:t>
            </a:r>
            <a:r>
              <a:rPr lang="es" sz="3200" b="1" dirty="0"/>
              <a:t>archivo</a:t>
            </a:r>
            <a:r>
              <a:rPr lang="es" sz="3200" dirty="0"/>
              <a:t>, pero dejando que gestione la propia JVM el formato (normalmente serializando el objeto)</a:t>
            </a:r>
          </a:p>
          <a:p>
            <a:pPr marL="914400" lvl="1" indent="-381000">
              <a:buClr>
                <a:schemeClr val="dk1"/>
              </a:buClr>
              <a:buSzPct val="80000"/>
              <a:buFont typeface="Courier New"/>
              <a:buChar char="o"/>
            </a:pPr>
            <a:r>
              <a:rPr lang="es" sz="3200" dirty="0"/>
              <a:t>Pidiéndole a un </a:t>
            </a:r>
            <a:r>
              <a:rPr lang="es" sz="3200" b="1" dirty="0"/>
              <a:t>SGBD </a:t>
            </a:r>
            <a:r>
              <a:rPr lang="es" sz="3200" dirty="0"/>
              <a:t>que almacene los datos en alguna de sus estructuras: tablas, etc.</a:t>
            </a:r>
          </a:p>
        </p:txBody>
      </p:sp>
    </p:spTree>
  </p:cSld>
  <p:clrMapOvr>
    <a:masterClrMapping/>
  </p:clrMapOvr>
  <p:transition spd="slow">
    <p:cut/>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DF489AD-DCB8-AA81-1B59-A25128DCCEC0}"/>
              </a:ext>
            </a:extLst>
          </p:cNvPr>
          <p:cNvSpPr>
            <a:spLocks noGrp="1"/>
          </p:cNvSpPr>
          <p:nvPr>
            <p:ph type="title"/>
          </p:nvPr>
        </p:nvSpPr>
        <p:spPr/>
        <p:txBody>
          <a:bodyPr/>
          <a:lstStyle/>
          <a:p>
            <a:r>
              <a:rPr lang="es-ES" dirty="0"/>
              <a:t>FILE</a:t>
            </a:r>
          </a:p>
        </p:txBody>
      </p:sp>
      <p:sp>
        <p:nvSpPr>
          <p:cNvPr id="3" name="Marcador de texto 2">
            <a:extLst>
              <a:ext uri="{FF2B5EF4-FFF2-40B4-BE49-F238E27FC236}">
                <a16:creationId xmlns:a16="http://schemas.microsoft.com/office/drawing/2014/main" id="{378AA32D-3CC3-0CBF-8272-B141A8CB3DF4}"/>
              </a:ext>
            </a:extLst>
          </p:cNvPr>
          <p:cNvSpPr>
            <a:spLocks noGrp="1"/>
          </p:cNvSpPr>
          <p:nvPr>
            <p:ph type="body" idx="1"/>
          </p:nvPr>
        </p:nvSpPr>
        <p:spPr/>
        <p:txBody>
          <a:bodyPr/>
          <a:lstStyle/>
          <a:p>
            <a:r>
              <a:rPr lang="es-ES" dirty="0"/>
              <a:t>La clase File puede usarse para representar el nombre de un archivo concreto , o los nombres de los archivos de un directorio</a:t>
            </a:r>
          </a:p>
          <a:p>
            <a:pPr marL="0" indent="0">
              <a:buNone/>
            </a:pPr>
            <a:endParaRPr lang="es-ES" dirty="0"/>
          </a:p>
          <a:p>
            <a:r>
              <a:rPr lang="es-ES" dirty="0"/>
              <a:t>Para crear/abrir un fichero en Java se invoca a un constructor de la clase File.</a:t>
            </a:r>
          </a:p>
        </p:txBody>
      </p:sp>
    </p:spTree>
    <p:extLst>
      <p:ext uri="{BB962C8B-B14F-4D97-AF65-F5344CB8AC3E}">
        <p14:creationId xmlns:p14="http://schemas.microsoft.com/office/powerpoint/2010/main" val="33477454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Shape 81"/>
        <p:cNvGrpSpPr/>
        <p:nvPr/>
      </p:nvGrpSpPr>
      <p:grpSpPr>
        <a:xfrm>
          <a:off x="0" y="0"/>
          <a:ext cx="0" cy="0"/>
          <a:chOff x="0" y="0"/>
          <a:chExt cx="0" cy="0"/>
        </a:xfrm>
      </p:grpSpPr>
      <p:sp>
        <p:nvSpPr>
          <p:cNvPr id="82" name="Shape 82"/>
          <p:cNvSpPr txBox="1">
            <a:spLocks noGrp="1"/>
          </p:cNvSpPr>
          <p:nvPr>
            <p:ph type="title"/>
          </p:nvPr>
        </p:nvSpPr>
        <p:spPr>
          <a:xfrm>
            <a:off x="1613647" y="136800"/>
            <a:ext cx="9126071" cy="719400"/>
          </a:xfrm>
          <a:prstGeom prst="rect">
            <a:avLst/>
          </a:prstGeom>
        </p:spPr>
        <p:txBody>
          <a:bodyPr lIns="91425" tIns="91425" rIns="91425" bIns="91425" anchor="b" anchorCtr="0">
            <a:noAutofit/>
          </a:bodyPr>
          <a:lstStyle/>
          <a:p>
            <a:r>
              <a:rPr lang="es" dirty="0"/>
              <a:t>Clases JAVA para lectura de datos</a:t>
            </a:r>
          </a:p>
        </p:txBody>
      </p:sp>
      <p:sp>
        <p:nvSpPr>
          <p:cNvPr id="83" name="Shape 83"/>
          <p:cNvSpPr txBox="1">
            <a:spLocks noGrp="1"/>
          </p:cNvSpPr>
          <p:nvPr>
            <p:ph type="body" idx="1"/>
          </p:nvPr>
        </p:nvSpPr>
        <p:spPr>
          <a:xfrm>
            <a:off x="170329" y="1057835"/>
            <a:ext cx="11958918" cy="5663365"/>
          </a:xfrm>
          <a:prstGeom prst="rect">
            <a:avLst/>
          </a:prstGeom>
        </p:spPr>
        <p:txBody>
          <a:bodyPr lIns="91425" tIns="91425" rIns="91425" bIns="91425" anchor="t" anchorCtr="0">
            <a:noAutofit/>
          </a:bodyPr>
          <a:lstStyle/>
          <a:p>
            <a:pPr marL="457200" indent="-374650">
              <a:buClr>
                <a:schemeClr val="dk1"/>
              </a:buClr>
              <a:buSzPct val="100000"/>
              <a:buFont typeface="Arial"/>
              <a:buChar char="●"/>
            </a:pPr>
            <a:r>
              <a:rPr lang="es" sz="3200" b="1" dirty="0"/>
              <a:t>InputStream</a:t>
            </a:r>
            <a:r>
              <a:rPr lang="es" sz="3200" dirty="0"/>
              <a:t>: encapsula un flujo de bits para leer, que pueden provenir del teclado, de un fichero o de una conexión de red. Proporciona métodos para leerlos byte a byte.</a:t>
            </a:r>
          </a:p>
          <a:p>
            <a:pPr marL="457200" indent="-374650">
              <a:buClr>
                <a:schemeClr val="dk1"/>
              </a:buClr>
              <a:buSzPct val="100000"/>
              <a:buFont typeface="Arial"/>
              <a:buChar char="●"/>
            </a:pPr>
            <a:r>
              <a:rPr lang="es" sz="3200" b="1" dirty="0"/>
              <a:t>InputStreamReader</a:t>
            </a:r>
            <a:r>
              <a:rPr lang="es" sz="3200" dirty="0"/>
              <a:t>: igual que el anterior, pero está pensado para interpretar los bytes como caracteres. Proporciona métodos para ir leyendo caracteres.</a:t>
            </a:r>
          </a:p>
          <a:p>
            <a:pPr marL="914400" lvl="1" indent="-374650">
              <a:buClr>
                <a:schemeClr val="dk1"/>
              </a:buClr>
              <a:buSzPct val="100000"/>
              <a:buFont typeface="Courier New"/>
              <a:buChar char="o"/>
            </a:pPr>
            <a:r>
              <a:rPr lang="es" sz="3200" b="1" dirty="0"/>
              <a:t>FileInputStream y FileReader </a:t>
            </a:r>
            <a:r>
              <a:rPr lang="es" sz="3200" dirty="0"/>
              <a:t>: cuando el flujo de caracteres proviene de un fichero, podemos utilizar estas clases especializadas en ficheros en lugar de InputStream e InputStreamReader.</a:t>
            </a:r>
          </a:p>
          <a:p>
            <a:pPr marL="457200" indent="-374650">
              <a:buClr>
                <a:schemeClr val="dk1"/>
              </a:buClr>
              <a:buSzPct val="100000"/>
              <a:buFont typeface="Arial"/>
              <a:buChar char="●"/>
            </a:pPr>
            <a:r>
              <a:rPr lang="es" sz="3200" b="1" dirty="0"/>
              <a:t>BufferedReader</a:t>
            </a:r>
            <a:r>
              <a:rPr lang="es" sz="3200" dirty="0"/>
              <a:t>: igual que los dos anteriores, pero está mejorado (proporciona métodos) para poder leer líneas enteras de caracteres como Strings.</a:t>
            </a:r>
          </a:p>
        </p:txBody>
      </p:sp>
    </p:spTree>
  </p:cSld>
  <p:clrMapOvr>
    <a:masterClrMapping/>
  </p:clrMapOvr>
  <p:transition spd="slow">
    <p:cut/>
  </p:transition>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Shape 87"/>
        <p:cNvGrpSpPr/>
        <p:nvPr/>
      </p:nvGrpSpPr>
      <p:grpSpPr>
        <a:xfrm>
          <a:off x="0" y="0"/>
          <a:ext cx="0" cy="0"/>
          <a:chOff x="0" y="0"/>
          <a:chExt cx="0" cy="0"/>
        </a:xfrm>
      </p:grpSpPr>
      <p:sp>
        <p:nvSpPr>
          <p:cNvPr id="88" name="Shape 88"/>
          <p:cNvSpPr txBox="1">
            <a:spLocks noGrp="1"/>
          </p:cNvSpPr>
          <p:nvPr>
            <p:ph type="title"/>
          </p:nvPr>
        </p:nvSpPr>
        <p:spPr>
          <a:xfrm>
            <a:off x="1981200" y="186035"/>
            <a:ext cx="8229600" cy="584930"/>
          </a:xfrm>
          <a:prstGeom prst="rect">
            <a:avLst/>
          </a:prstGeom>
        </p:spPr>
        <p:txBody>
          <a:bodyPr lIns="91425" tIns="91425" rIns="91425" bIns="91425" anchor="b" anchorCtr="0">
            <a:noAutofit/>
          </a:bodyPr>
          <a:lstStyle/>
          <a:p>
            <a:r>
              <a:rPr lang="es" dirty="0"/>
              <a:t>Lectura de un archivo de texto.</a:t>
            </a:r>
          </a:p>
        </p:txBody>
      </p:sp>
      <p:sp>
        <p:nvSpPr>
          <p:cNvPr id="89" name="Shape 89"/>
          <p:cNvSpPr txBox="1">
            <a:spLocks noGrp="1"/>
          </p:cNvSpPr>
          <p:nvPr>
            <p:ph type="body" idx="1"/>
          </p:nvPr>
        </p:nvSpPr>
        <p:spPr>
          <a:xfrm>
            <a:off x="923365" y="478500"/>
            <a:ext cx="11062447" cy="6071806"/>
          </a:xfrm>
          <a:prstGeom prst="rect">
            <a:avLst/>
          </a:prstGeom>
        </p:spPr>
        <p:txBody>
          <a:bodyPr lIns="91425" tIns="91425" rIns="91425" bIns="91425" anchor="t" anchorCtr="0">
            <a:noAutofit/>
          </a:bodyPr>
          <a:lstStyle/>
          <a:p>
            <a:pPr marL="457200" indent="-419100">
              <a:lnSpc>
                <a:spcPct val="100000"/>
              </a:lnSpc>
              <a:spcBef>
                <a:spcPts val="600"/>
              </a:spcBef>
              <a:buClr>
                <a:schemeClr val="dk1"/>
              </a:buClr>
              <a:buSzPct val="125000"/>
              <a:buFont typeface="Arial"/>
              <a:buChar char="●"/>
            </a:pPr>
            <a:r>
              <a:rPr lang="es" sz="3200" dirty="0"/>
              <a:t>Se utilizan las clases </a:t>
            </a:r>
            <a:r>
              <a:rPr lang="es" sz="2400" b="1" dirty="0"/>
              <a:t>java.io.FileReader, java.io.BufferedReader</a:t>
            </a:r>
          </a:p>
          <a:p>
            <a:pPr>
              <a:lnSpc>
                <a:spcPct val="100000"/>
              </a:lnSpc>
              <a:spcBef>
                <a:spcPts val="600"/>
              </a:spcBef>
              <a:buClr>
                <a:schemeClr val="dk1"/>
              </a:buClr>
              <a:buSzPct val="214285"/>
              <a:buNone/>
            </a:pPr>
            <a:r>
              <a:rPr lang="es" sz="1800" dirty="0"/>
              <a:t>        </a:t>
            </a:r>
            <a:r>
              <a:rPr lang="es" sz="2400" dirty="0"/>
              <a:t> 	 </a:t>
            </a:r>
            <a:r>
              <a:rPr lang="es" sz="2400" b="1" dirty="0"/>
              <a:t>FileReader</a:t>
            </a:r>
            <a:r>
              <a:rPr lang="es" sz="2400" dirty="0"/>
              <a:t> </a:t>
            </a:r>
            <a:r>
              <a:rPr lang="es" sz="2400" b="1" dirty="0">
                <a:solidFill>
                  <a:srgbClr val="0000FF"/>
                </a:solidFill>
              </a:rPr>
              <a:t>fr </a:t>
            </a:r>
            <a:r>
              <a:rPr lang="es" sz="2400" dirty="0"/>
              <a:t>= null;</a:t>
            </a:r>
            <a:r>
              <a:rPr lang="es" sz="2400" b="1" dirty="0"/>
              <a:t>BufferedReader</a:t>
            </a:r>
            <a:r>
              <a:rPr lang="es" sz="2400" dirty="0"/>
              <a:t> </a:t>
            </a:r>
            <a:r>
              <a:rPr lang="es" sz="2400" b="1" dirty="0">
                <a:solidFill>
                  <a:srgbClr val="0000FF"/>
                </a:solidFill>
              </a:rPr>
              <a:t>br</a:t>
            </a:r>
            <a:r>
              <a:rPr lang="es" sz="2400" dirty="0"/>
              <a:t> = null;</a:t>
            </a:r>
          </a:p>
          <a:p>
            <a:pPr>
              <a:lnSpc>
                <a:spcPct val="100000"/>
              </a:lnSpc>
              <a:spcBef>
                <a:spcPts val="600"/>
              </a:spcBef>
              <a:buClr>
                <a:schemeClr val="dk1"/>
              </a:buClr>
              <a:buSzPct val="166666"/>
              <a:buNone/>
            </a:pPr>
            <a:r>
              <a:rPr lang="es" sz="2400" dirty="0"/>
              <a:t>         try {</a:t>
            </a:r>
          </a:p>
          <a:p>
            <a:pPr>
              <a:lnSpc>
                <a:spcPct val="100000"/>
              </a:lnSpc>
              <a:spcBef>
                <a:spcPts val="600"/>
              </a:spcBef>
              <a:buClr>
                <a:schemeClr val="dk1"/>
              </a:buClr>
              <a:buSzPct val="166666"/>
              <a:buNone/>
            </a:pPr>
            <a:r>
              <a:rPr lang="es" sz="2400" dirty="0"/>
              <a:t>           </a:t>
            </a:r>
            <a:r>
              <a:rPr lang="es" sz="2400" b="1" dirty="0">
                <a:solidFill>
                  <a:srgbClr val="0000FF"/>
                </a:solidFill>
              </a:rPr>
              <a:t> fr</a:t>
            </a:r>
            <a:r>
              <a:rPr lang="es" sz="2400" dirty="0"/>
              <a:t> = new </a:t>
            </a:r>
            <a:r>
              <a:rPr lang="es" sz="2400" b="1" dirty="0"/>
              <a:t>FileReader </a:t>
            </a:r>
            <a:r>
              <a:rPr lang="es" sz="2400" dirty="0"/>
              <a:t>("ruta_archivo");</a:t>
            </a:r>
          </a:p>
          <a:p>
            <a:pPr>
              <a:lnSpc>
                <a:spcPct val="100000"/>
              </a:lnSpc>
              <a:spcBef>
                <a:spcPts val="600"/>
              </a:spcBef>
              <a:buClr>
                <a:schemeClr val="dk1"/>
              </a:buClr>
              <a:buSzPct val="166666"/>
              <a:buNone/>
            </a:pPr>
            <a:r>
              <a:rPr lang="es" sz="2400" dirty="0"/>
              <a:t>            </a:t>
            </a:r>
            <a:r>
              <a:rPr lang="es" sz="2400" b="1" dirty="0">
                <a:solidFill>
                  <a:srgbClr val="0000FF"/>
                </a:solidFill>
              </a:rPr>
              <a:t>br </a:t>
            </a:r>
            <a:r>
              <a:rPr lang="es" sz="2400" dirty="0"/>
              <a:t>= new </a:t>
            </a:r>
            <a:r>
              <a:rPr lang="es" sz="2400" b="1" dirty="0"/>
              <a:t>BufferedReader</a:t>
            </a:r>
            <a:r>
              <a:rPr lang="es" sz="2400" dirty="0"/>
              <a:t>(</a:t>
            </a:r>
            <a:r>
              <a:rPr lang="es" sz="2400" b="1" dirty="0">
                <a:solidFill>
                  <a:srgbClr val="0000FF"/>
                </a:solidFill>
              </a:rPr>
              <a:t>fr</a:t>
            </a:r>
            <a:r>
              <a:rPr lang="es" sz="2400" dirty="0"/>
              <a:t>);</a:t>
            </a:r>
          </a:p>
          <a:p>
            <a:pPr>
              <a:lnSpc>
                <a:spcPct val="100000"/>
              </a:lnSpc>
              <a:spcBef>
                <a:spcPts val="600"/>
              </a:spcBef>
              <a:buClr>
                <a:schemeClr val="dk1"/>
              </a:buClr>
              <a:buSzPct val="166666"/>
              <a:buNone/>
            </a:pPr>
            <a:r>
              <a:rPr lang="es" sz="2400" dirty="0"/>
              <a:t>            String linea;</a:t>
            </a:r>
          </a:p>
          <a:p>
            <a:pPr>
              <a:lnSpc>
                <a:spcPct val="100000"/>
              </a:lnSpc>
              <a:spcBef>
                <a:spcPts val="600"/>
              </a:spcBef>
              <a:buClr>
                <a:schemeClr val="dk1"/>
              </a:buClr>
              <a:buSzPct val="166666"/>
              <a:buNone/>
            </a:pPr>
            <a:r>
              <a:rPr lang="es" sz="2400" dirty="0"/>
              <a:t>            while ( (linea = </a:t>
            </a:r>
            <a:r>
              <a:rPr lang="es" sz="2400" b="1" dirty="0">
                <a:solidFill>
                  <a:srgbClr val="0000FF"/>
                </a:solidFill>
              </a:rPr>
              <a:t>br</a:t>
            </a:r>
            <a:r>
              <a:rPr lang="es" sz="2400" dirty="0"/>
              <a:t>.readLine() ) != null) {</a:t>
            </a:r>
          </a:p>
          <a:p>
            <a:pPr>
              <a:lnSpc>
                <a:spcPct val="100000"/>
              </a:lnSpc>
              <a:spcBef>
                <a:spcPts val="600"/>
              </a:spcBef>
              <a:buClr>
                <a:schemeClr val="dk1"/>
              </a:buClr>
              <a:buSzPct val="166666"/>
              <a:buNone/>
            </a:pPr>
            <a:r>
              <a:rPr lang="es" sz="2400" dirty="0"/>
              <a:t>               System.out.println(linea); </a:t>
            </a:r>
            <a:r>
              <a:rPr lang="es" sz="2400" dirty="0">
                <a:solidFill>
                  <a:srgbClr val="FF00FF"/>
                </a:solidFill>
              </a:rPr>
              <a:t>//Procesamos la línea </a:t>
            </a:r>
          </a:p>
          <a:p>
            <a:pPr>
              <a:lnSpc>
                <a:spcPct val="100000"/>
              </a:lnSpc>
              <a:spcBef>
                <a:spcPts val="600"/>
              </a:spcBef>
              <a:buClr>
                <a:schemeClr val="dk1"/>
              </a:buClr>
              <a:buSzPct val="166666"/>
              <a:buNone/>
            </a:pPr>
            <a:r>
              <a:rPr lang="es" sz="2400" dirty="0"/>
              <a:t>  	}} catch(Exception e){</a:t>
            </a:r>
            <a:r>
              <a:rPr lang="es" sz="2400" i="1" dirty="0"/>
              <a:t>...Error al leer...</a:t>
            </a:r>
            <a:r>
              <a:rPr lang="es" sz="2400" dirty="0"/>
              <a:t>}</a:t>
            </a:r>
          </a:p>
          <a:p>
            <a:pPr>
              <a:lnSpc>
                <a:spcPct val="100000"/>
              </a:lnSpc>
              <a:spcBef>
                <a:spcPts val="600"/>
              </a:spcBef>
              <a:buClr>
                <a:schemeClr val="dk1"/>
              </a:buClr>
              <a:buSzPct val="166666"/>
              <a:buNone/>
            </a:pPr>
            <a:r>
              <a:rPr lang="es" sz="2400" dirty="0"/>
              <a:t>         finally{</a:t>
            </a:r>
          </a:p>
          <a:p>
            <a:pPr>
              <a:lnSpc>
                <a:spcPct val="100000"/>
              </a:lnSpc>
              <a:spcBef>
                <a:spcPts val="600"/>
              </a:spcBef>
              <a:buClr>
                <a:schemeClr val="dk1"/>
              </a:buClr>
              <a:buSzPct val="166666"/>
              <a:buNone/>
            </a:pPr>
            <a:r>
              <a:rPr lang="es" sz="2400" dirty="0"/>
              <a:t>            try{                    </a:t>
            </a:r>
          </a:p>
          <a:p>
            <a:pPr>
              <a:lnSpc>
                <a:spcPct val="100000"/>
              </a:lnSpc>
              <a:spcBef>
                <a:spcPts val="600"/>
              </a:spcBef>
              <a:buClr>
                <a:schemeClr val="dk1"/>
              </a:buClr>
              <a:buSzPct val="166666"/>
              <a:buNone/>
            </a:pPr>
            <a:r>
              <a:rPr lang="es" sz="2400" dirty="0"/>
              <a:t>               if( </a:t>
            </a:r>
            <a:r>
              <a:rPr lang="es" sz="2400" b="1" dirty="0">
                <a:solidFill>
                  <a:srgbClr val="0000FF"/>
                </a:solidFill>
              </a:rPr>
              <a:t>fr</a:t>
            </a:r>
            <a:r>
              <a:rPr lang="es" sz="2400" dirty="0"/>
              <a:t> != null ){</a:t>
            </a:r>
            <a:r>
              <a:rPr lang="es" sz="2400" b="1" dirty="0">
                <a:solidFill>
                  <a:srgbClr val="0000FF"/>
                </a:solidFill>
              </a:rPr>
              <a:t>fr</a:t>
            </a:r>
            <a:r>
              <a:rPr lang="es" sz="2400" dirty="0"/>
              <a:t>.close();}                  </a:t>
            </a:r>
          </a:p>
          <a:p>
            <a:pPr>
              <a:lnSpc>
                <a:spcPct val="100000"/>
              </a:lnSpc>
              <a:spcBef>
                <a:spcPts val="600"/>
              </a:spcBef>
              <a:buClr>
                <a:schemeClr val="dk1"/>
              </a:buClr>
              <a:buSzPct val="166666"/>
              <a:buNone/>
            </a:pPr>
            <a:r>
              <a:rPr lang="es" sz="2400" dirty="0"/>
              <a:t>            } catch (Exception e2){</a:t>
            </a:r>
            <a:r>
              <a:rPr lang="es" sz="2400" i="1" dirty="0"/>
              <a:t>...Error al cerrar...</a:t>
            </a:r>
            <a:r>
              <a:rPr lang="es" sz="2400" dirty="0"/>
              <a:t>}</a:t>
            </a:r>
          </a:p>
          <a:p>
            <a:pPr>
              <a:lnSpc>
                <a:spcPct val="100000"/>
              </a:lnSpc>
              <a:spcBef>
                <a:spcPts val="600"/>
              </a:spcBef>
              <a:buClr>
                <a:schemeClr val="dk1"/>
              </a:buClr>
              <a:buSzPct val="166666"/>
              <a:buNone/>
            </a:pPr>
            <a:r>
              <a:rPr lang="es" sz="2400" dirty="0"/>
              <a:t>         }</a:t>
            </a:r>
          </a:p>
        </p:txBody>
      </p:sp>
    </p:spTree>
  </p:cSld>
  <p:clrMapOvr>
    <a:masterClrMapping/>
  </p:clrMapOvr>
  <p:transition spd="slow">
    <p:cut/>
  </p:transition>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Shape 93"/>
        <p:cNvGrpSpPr/>
        <p:nvPr/>
      </p:nvGrpSpPr>
      <p:grpSpPr>
        <a:xfrm>
          <a:off x="0" y="0"/>
          <a:ext cx="0" cy="0"/>
          <a:chOff x="0" y="0"/>
          <a:chExt cx="0" cy="0"/>
        </a:xfrm>
      </p:grpSpPr>
      <p:sp>
        <p:nvSpPr>
          <p:cNvPr id="94" name="Shape 94"/>
          <p:cNvSpPr txBox="1">
            <a:spLocks noGrp="1"/>
          </p:cNvSpPr>
          <p:nvPr>
            <p:ph type="title"/>
          </p:nvPr>
        </p:nvSpPr>
        <p:spPr>
          <a:xfrm>
            <a:off x="1981200" y="186035"/>
            <a:ext cx="8229600" cy="611824"/>
          </a:xfrm>
          <a:prstGeom prst="rect">
            <a:avLst/>
          </a:prstGeom>
        </p:spPr>
        <p:txBody>
          <a:bodyPr lIns="91425" tIns="91425" rIns="91425" bIns="91425" anchor="b" anchorCtr="0">
            <a:noAutofit/>
          </a:bodyPr>
          <a:lstStyle/>
          <a:p>
            <a:r>
              <a:rPr lang="es" dirty="0"/>
              <a:t>Escritura en un archivo de texto</a:t>
            </a:r>
          </a:p>
        </p:txBody>
      </p:sp>
      <p:sp>
        <p:nvSpPr>
          <p:cNvPr id="95" name="Shape 95"/>
          <p:cNvSpPr txBox="1">
            <a:spLocks noGrp="1"/>
          </p:cNvSpPr>
          <p:nvPr>
            <p:ph type="body" idx="1"/>
          </p:nvPr>
        </p:nvSpPr>
        <p:spPr>
          <a:xfrm>
            <a:off x="779929" y="636495"/>
            <a:ext cx="10632142" cy="6035470"/>
          </a:xfrm>
          <a:prstGeom prst="rect">
            <a:avLst/>
          </a:prstGeom>
        </p:spPr>
        <p:txBody>
          <a:bodyPr lIns="91425" tIns="91425" rIns="91425" bIns="91425" anchor="t" anchorCtr="0">
            <a:noAutofit/>
          </a:bodyPr>
          <a:lstStyle/>
          <a:p>
            <a:pPr marL="457200" indent="-419100">
              <a:lnSpc>
                <a:spcPct val="100000"/>
              </a:lnSpc>
              <a:spcBef>
                <a:spcPts val="600"/>
              </a:spcBef>
              <a:buClr>
                <a:schemeClr val="dk1"/>
              </a:buClr>
              <a:buSzPct val="125000"/>
              <a:buFont typeface="Arial"/>
              <a:buChar char="●"/>
            </a:pPr>
            <a:r>
              <a:rPr lang="es" sz="3600" dirty="0"/>
              <a:t>Se utilizan las clases FileWriter, PrintWriter.</a:t>
            </a:r>
          </a:p>
          <a:p>
            <a:pPr indent="457200">
              <a:lnSpc>
                <a:spcPct val="115000"/>
              </a:lnSpc>
              <a:buNone/>
            </a:pPr>
            <a:r>
              <a:rPr lang="es" b="1" dirty="0"/>
              <a:t>FileWriter </a:t>
            </a:r>
            <a:r>
              <a:rPr lang="es" b="1" dirty="0">
                <a:solidFill>
                  <a:srgbClr val="FF0000"/>
                </a:solidFill>
              </a:rPr>
              <a:t>fw</a:t>
            </a:r>
            <a:r>
              <a:rPr lang="es" dirty="0"/>
              <a:t>= null; </a:t>
            </a:r>
            <a:r>
              <a:rPr lang="es" b="1" dirty="0"/>
              <a:t>PrintWriter </a:t>
            </a:r>
            <a:r>
              <a:rPr lang="es" b="1" dirty="0">
                <a:solidFill>
                  <a:srgbClr val="FF0000"/>
                </a:solidFill>
              </a:rPr>
              <a:t>pw </a:t>
            </a:r>
            <a:r>
              <a:rPr lang="es" dirty="0"/>
              <a:t>= null;</a:t>
            </a:r>
          </a:p>
          <a:p>
            <a:pPr>
              <a:buNone/>
            </a:pPr>
            <a:r>
              <a:rPr lang="es" dirty="0"/>
              <a:t>         try         {</a:t>
            </a:r>
          </a:p>
          <a:p>
            <a:pPr>
              <a:buNone/>
            </a:pPr>
            <a:r>
              <a:rPr lang="es" dirty="0">
                <a:solidFill>
                  <a:srgbClr val="FF0000"/>
                </a:solidFill>
              </a:rPr>
              <a:t>            </a:t>
            </a:r>
            <a:r>
              <a:rPr lang="es" b="1" dirty="0">
                <a:solidFill>
                  <a:srgbClr val="FF0000"/>
                </a:solidFill>
              </a:rPr>
              <a:t>fw</a:t>
            </a:r>
            <a:r>
              <a:rPr lang="es" dirty="0"/>
              <a:t>= new </a:t>
            </a:r>
            <a:r>
              <a:rPr lang="es" b="1" dirty="0"/>
              <a:t>FileWriter</a:t>
            </a:r>
            <a:r>
              <a:rPr lang="es" dirty="0"/>
              <a:t>("ruta_archivo"); </a:t>
            </a:r>
            <a:r>
              <a:rPr lang="es" b="1" i="1" dirty="0">
                <a:solidFill>
                  <a:srgbClr val="00FF00"/>
                </a:solidFill>
              </a:rPr>
              <a:t>// (ruta,true) para añadir</a:t>
            </a:r>
          </a:p>
          <a:p>
            <a:pPr>
              <a:buNone/>
            </a:pPr>
            <a:r>
              <a:rPr lang="es" dirty="0"/>
              <a:t>            </a:t>
            </a:r>
            <a:r>
              <a:rPr lang="es" b="1" dirty="0">
                <a:solidFill>
                  <a:srgbClr val="FF0000"/>
                </a:solidFill>
              </a:rPr>
              <a:t>pw </a:t>
            </a:r>
            <a:r>
              <a:rPr lang="es" dirty="0"/>
              <a:t>= new </a:t>
            </a:r>
            <a:r>
              <a:rPr lang="es" b="1" dirty="0"/>
              <a:t>PrintWriter</a:t>
            </a:r>
            <a:r>
              <a:rPr lang="es" dirty="0"/>
              <a:t>(</a:t>
            </a:r>
            <a:r>
              <a:rPr lang="es" b="1" dirty="0">
                <a:solidFill>
                  <a:srgbClr val="FF0000"/>
                </a:solidFill>
              </a:rPr>
              <a:t>fw</a:t>
            </a:r>
            <a:r>
              <a:rPr lang="es" dirty="0"/>
              <a:t>);</a:t>
            </a:r>
          </a:p>
          <a:p>
            <a:pPr>
              <a:buNone/>
            </a:pPr>
            <a:r>
              <a:rPr lang="es" dirty="0"/>
              <a:t>            for (int i = 0; i &lt; 10; i++) {</a:t>
            </a:r>
          </a:p>
          <a:p>
            <a:pPr>
              <a:buNone/>
            </a:pPr>
            <a:r>
              <a:rPr lang="es" dirty="0"/>
              <a:t>               </a:t>
            </a:r>
            <a:r>
              <a:rPr lang="es" b="1" dirty="0">
                <a:solidFill>
                  <a:srgbClr val="FF0000"/>
                </a:solidFill>
              </a:rPr>
              <a:t>pw</a:t>
            </a:r>
            <a:r>
              <a:rPr lang="es" dirty="0"/>
              <a:t>.println("Linea " + i);</a:t>
            </a:r>
          </a:p>
          <a:p>
            <a:pPr marL="457200" indent="0">
              <a:buNone/>
            </a:pPr>
            <a:r>
              <a:rPr lang="es" dirty="0"/>
              <a:t>     }</a:t>
            </a:r>
          </a:p>
          <a:p>
            <a:pPr>
              <a:buNone/>
            </a:pPr>
            <a:r>
              <a:rPr lang="es" dirty="0"/>
              <a:t>         } 	catch (Exception e) {...error al escribir...} </a:t>
            </a:r>
          </a:p>
          <a:p>
            <a:pPr>
              <a:buNone/>
            </a:pPr>
            <a:r>
              <a:rPr lang="es" dirty="0"/>
              <a:t>         	finally {</a:t>
            </a:r>
          </a:p>
          <a:p>
            <a:pPr>
              <a:buNone/>
            </a:pPr>
            <a:r>
              <a:rPr lang="es" dirty="0"/>
              <a:t>            		try {</a:t>
            </a:r>
          </a:p>
          <a:p>
            <a:pPr>
              <a:buNone/>
            </a:pPr>
            <a:r>
              <a:rPr lang="es" dirty="0"/>
              <a:t>               		if (</a:t>
            </a:r>
            <a:r>
              <a:rPr lang="es" b="1" dirty="0">
                <a:solidFill>
                  <a:srgbClr val="FF0000"/>
                </a:solidFill>
              </a:rPr>
              <a:t>fw </a:t>
            </a:r>
            <a:r>
              <a:rPr lang="es" dirty="0"/>
              <a:t>!= null ) {</a:t>
            </a:r>
            <a:r>
              <a:rPr lang="es" b="1" dirty="0">
                <a:solidFill>
                  <a:srgbClr val="FF0000"/>
                </a:solidFill>
              </a:rPr>
              <a:t>fw</a:t>
            </a:r>
            <a:r>
              <a:rPr lang="es" dirty="0"/>
              <a:t>.close();}</a:t>
            </a:r>
          </a:p>
          <a:p>
            <a:pPr indent="457200">
              <a:buNone/>
            </a:pPr>
            <a:r>
              <a:rPr lang="es" dirty="0"/>
              <a:t>             } catch (Exception e2) {...error al cerrar...}</a:t>
            </a:r>
          </a:p>
          <a:p>
            <a:pPr>
              <a:buNone/>
            </a:pPr>
            <a:r>
              <a:rPr lang="es" dirty="0"/>
              <a:t>         	}</a:t>
            </a:r>
          </a:p>
        </p:txBody>
      </p:sp>
    </p:spTree>
  </p:cSld>
  <p:clrMapOvr>
    <a:masterClrMapping/>
  </p:clrMapOvr>
  <p:transition spd="slow">
    <p:cut/>
  </p:transition>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Shape 99"/>
        <p:cNvGrpSpPr/>
        <p:nvPr/>
      </p:nvGrpSpPr>
      <p:grpSpPr>
        <a:xfrm>
          <a:off x="0" y="0"/>
          <a:ext cx="0" cy="0"/>
          <a:chOff x="0" y="0"/>
          <a:chExt cx="0" cy="0"/>
        </a:xfrm>
      </p:grpSpPr>
      <p:sp>
        <p:nvSpPr>
          <p:cNvPr id="100" name="Shape 100"/>
          <p:cNvSpPr txBox="1">
            <a:spLocks noGrp="1"/>
          </p:cNvSpPr>
          <p:nvPr>
            <p:ph type="title"/>
          </p:nvPr>
        </p:nvSpPr>
        <p:spPr>
          <a:xfrm>
            <a:off x="213360" y="186035"/>
            <a:ext cx="11978640" cy="1143000"/>
          </a:xfrm>
          <a:prstGeom prst="rect">
            <a:avLst/>
          </a:prstGeom>
        </p:spPr>
        <p:txBody>
          <a:bodyPr lIns="91425" tIns="91425" rIns="91425" bIns="91425" anchor="b" anchorCtr="0">
            <a:noAutofit/>
          </a:bodyPr>
          <a:lstStyle/>
          <a:p>
            <a:r>
              <a:rPr lang="es" sz="3500" dirty="0"/>
              <a:t>Lectura/escritura de un archivo binario (ej.copia de un fichero)</a:t>
            </a:r>
          </a:p>
        </p:txBody>
      </p:sp>
      <p:sp>
        <p:nvSpPr>
          <p:cNvPr id="101" name="Shape 101"/>
          <p:cNvSpPr txBox="1">
            <a:spLocks noGrp="1"/>
          </p:cNvSpPr>
          <p:nvPr>
            <p:ph type="body" idx="1"/>
          </p:nvPr>
        </p:nvSpPr>
        <p:spPr>
          <a:xfrm>
            <a:off x="1971040" y="640080"/>
            <a:ext cx="10007600" cy="5923280"/>
          </a:xfrm>
          <a:prstGeom prst="rect">
            <a:avLst/>
          </a:prstGeom>
        </p:spPr>
        <p:txBody>
          <a:bodyPr lIns="91425" tIns="91425" rIns="91425" bIns="91425" anchor="t" anchorCtr="0">
            <a:noAutofit/>
          </a:bodyPr>
          <a:lstStyle/>
          <a:p>
            <a:pPr marL="0" indent="0">
              <a:lnSpc>
                <a:spcPct val="100000"/>
              </a:lnSpc>
              <a:spcBef>
                <a:spcPts val="600"/>
              </a:spcBef>
              <a:buNone/>
            </a:pPr>
            <a:r>
              <a:rPr lang="es" dirty="0"/>
              <a:t>try {	</a:t>
            </a:r>
          </a:p>
          <a:p>
            <a:pPr marL="0" indent="0">
              <a:buNone/>
            </a:pPr>
            <a:r>
              <a:rPr lang="es" b="1" dirty="0"/>
              <a:t>FileInputStream </a:t>
            </a:r>
            <a:r>
              <a:rPr lang="es" b="1" dirty="0">
                <a:solidFill>
                  <a:srgbClr val="0000FF"/>
                </a:solidFill>
              </a:rPr>
              <a:t>fis</a:t>
            </a:r>
            <a:r>
              <a:rPr lang="es" dirty="0"/>
              <a:t>= new FileInputStream("ruta_fich_orig");</a:t>
            </a:r>
          </a:p>
          <a:p>
            <a:pPr>
              <a:buNone/>
            </a:pPr>
            <a:r>
              <a:rPr lang="es" b="1" dirty="0"/>
              <a:t>BufferedInputStream </a:t>
            </a:r>
            <a:r>
              <a:rPr lang="es" b="1" dirty="0">
                <a:solidFill>
                  <a:srgbClr val="0000FF"/>
                </a:solidFill>
              </a:rPr>
              <a:t>bis</a:t>
            </a:r>
            <a:r>
              <a:rPr lang="es" dirty="0"/>
              <a:t>= new BufferedInputStream(</a:t>
            </a:r>
            <a:r>
              <a:rPr lang="es" b="1" dirty="0">
                <a:solidFill>
                  <a:srgbClr val="0000FF"/>
                </a:solidFill>
              </a:rPr>
              <a:t>fis</a:t>
            </a:r>
            <a:r>
              <a:rPr lang="es" dirty="0"/>
              <a:t>);</a:t>
            </a:r>
          </a:p>
          <a:p>
            <a:pPr>
              <a:buNone/>
            </a:pPr>
            <a:r>
              <a:rPr lang="es" b="1" dirty="0"/>
              <a:t>FileOutputStream </a:t>
            </a:r>
            <a:r>
              <a:rPr lang="es" b="1" dirty="0">
                <a:solidFill>
                  <a:srgbClr val="FF0000"/>
                </a:solidFill>
              </a:rPr>
              <a:t>fos</a:t>
            </a:r>
            <a:r>
              <a:rPr lang="es" dirty="0"/>
              <a:t>= new FileOutputStream ("ruta_fich_copia");</a:t>
            </a:r>
          </a:p>
          <a:p>
            <a:pPr>
              <a:buNone/>
            </a:pPr>
            <a:r>
              <a:rPr lang="es" b="1" dirty="0"/>
              <a:t>BufferedOutputStream </a:t>
            </a:r>
            <a:r>
              <a:rPr lang="es" b="1" dirty="0">
                <a:solidFill>
                  <a:srgbClr val="FF0000"/>
                </a:solidFill>
              </a:rPr>
              <a:t>bos</a:t>
            </a:r>
            <a:r>
              <a:rPr lang="es" dirty="0"/>
              <a:t>=new BufferedOutputStream(</a:t>
            </a:r>
            <a:r>
              <a:rPr lang="es" b="1" dirty="0">
                <a:solidFill>
                  <a:srgbClr val="FF0000"/>
                </a:solidFill>
              </a:rPr>
              <a:t>fos</a:t>
            </a:r>
            <a:r>
              <a:rPr lang="es" dirty="0"/>
              <a:t>);</a:t>
            </a:r>
          </a:p>
          <a:p>
            <a:pPr marL="0" indent="0">
              <a:buNone/>
            </a:pPr>
            <a:r>
              <a:rPr lang="es" dirty="0"/>
              <a:t>byte [] </a:t>
            </a:r>
            <a:r>
              <a:rPr lang="es" b="1" dirty="0"/>
              <a:t>array </a:t>
            </a:r>
            <a:r>
              <a:rPr lang="es" dirty="0"/>
              <a:t>= new byte[1000];</a:t>
            </a:r>
          </a:p>
          <a:p>
            <a:pPr marL="0" indent="0">
              <a:buNone/>
            </a:pPr>
            <a:r>
              <a:rPr lang="es" dirty="0"/>
              <a:t>int </a:t>
            </a:r>
            <a:r>
              <a:rPr lang="es" b="1" dirty="0"/>
              <a:t>leidos </a:t>
            </a:r>
            <a:r>
              <a:rPr lang="es" dirty="0"/>
              <a:t>= </a:t>
            </a:r>
            <a:r>
              <a:rPr lang="es" b="1" dirty="0">
                <a:solidFill>
                  <a:srgbClr val="0000FF"/>
                </a:solidFill>
              </a:rPr>
              <a:t>bis</a:t>
            </a:r>
            <a:r>
              <a:rPr lang="es" dirty="0"/>
              <a:t>.read(</a:t>
            </a:r>
            <a:r>
              <a:rPr lang="es" b="1" dirty="0"/>
              <a:t>array</a:t>
            </a:r>
            <a:r>
              <a:rPr lang="es" dirty="0"/>
              <a:t>);</a:t>
            </a:r>
          </a:p>
          <a:p>
            <a:pPr marL="0" indent="0">
              <a:buNone/>
            </a:pPr>
            <a:r>
              <a:rPr lang="es" dirty="0"/>
              <a:t>while (</a:t>
            </a:r>
            <a:r>
              <a:rPr lang="es" b="1" dirty="0"/>
              <a:t>leidos</a:t>
            </a:r>
            <a:r>
              <a:rPr lang="es" dirty="0"/>
              <a:t> &gt; 0)         {</a:t>
            </a:r>
          </a:p>
          <a:p>
            <a:pPr marL="457200" indent="0">
              <a:buNone/>
            </a:pPr>
            <a:r>
              <a:rPr lang="es" b="1" dirty="0">
                <a:solidFill>
                  <a:srgbClr val="FF0000"/>
                </a:solidFill>
              </a:rPr>
              <a:t>bos</a:t>
            </a:r>
            <a:r>
              <a:rPr lang="es" dirty="0"/>
              <a:t>.write(</a:t>
            </a:r>
            <a:r>
              <a:rPr lang="es" b="1" dirty="0"/>
              <a:t>array</a:t>
            </a:r>
            <a:r>
              <a:rPr lang="es" dirty="0"/>
              <a:t>,0,</a:t>
            </a:r>
            <a:r>
              <a:rPr lang="es" b="1" dirty="0"/>
              <a:t>leidos</a:t>
            </a:r>
            <a:r>
              <a:rPr lang="es" dirty="0"/>
              <a:t>);</a:t>
            </a:r>
          </a:p>
          <a:p>
            <a:pPr marL="0" indent="0">
              <a:lnSpc>
                <a:spcPct val="100000"/>
              </a:lnSpc>
              <a:spcBef>
                <a:spcPts val="600"/>
              </a:spcBef>
              <a:buNone/>
            </a:pPr>
            <a:r>
              <a:rPr lang="es" dirty="0"/>
              <a:t>       leidos=</a:t>
            </a:r>
            <a:r>
              <a:rPr lang="es" b="1" dirty="0">
                <a:solidFill>
                  <a:srgbClr val="0000FF"/>
                </a:solidFill>
              </a:rPr>
              <a:t>bis</a:t>
            </a:r>
            <a:r>
              <a:rPr lang="es" dirty="0"/>
              <a:t>.read(array);</a:t>
            </a:r>
          </a:p>
          <a:p>
            <a:pPr marL="0" indent="0">
              <a:lnSpc>
                <a:spcPct val="100000"/>
              </a:lnSpc>
              <a:spcBef>
                <a:spcPts val="600"/>
              </a:spcBef>
              <a:buNone/>
            </a:pPr>
            <a:r>
              <a:rPr lang="es" dirty="0"/>
              <a:t>}</a:t>
            </a:r>
          </a:p>
          <a:p>
            <a:pPr marL="0" indent="0">
              <a:buNone/>
            </a:pPr>
            <a:r>
              <a:rPr lang="es" b="1" dirty="0">
                <a:solidFill>
                  <a:srgbClr val="0000FF"/>
                </a:solidFill>
              </a:rPr>
              <a:t>bis</a:t>
            </a:r>
            <a:r>
              <a:rPr lang="es" dirty="0"/>
              <a:t>.close(); </a:t>
            </a:r>
            <a:r>
              <a:rPr lang="es" b="1" dirty="0">
                <a:solidFill>
                  <a:srgbClr val="FF0000"/>
                </a:solidFill>
              </a:rPr>
              <a:t>bos</a:t>
            </a:r>
            <a:r>
              <a:rPr lang="es" dirty="0"/>
              <a:t>.close();      </a:t>
            </a:r>
          </a:p>
          <a:p>
            <a:pPr>
              <a:buNone/>
            </a:pPr>
            <a:r>
              <a:rPr lang="es" dirty="0"/>
              <a:t>} catch (Exception e) {...error I/O...}</a:t>
            </a:r>
          </a:p>
          <a:p>
            <a:pPr>
              <a:buNone/>
            </a:pPr>
            <a:endParaRPr sz="1800" dirty="0"/>
          </a:p>
        </p:txBody>
      </p:sp>
    </p:spTree>
  </p:cSld>
  <p:clrMapOvr>
    <a:masterClrMapping/>
  </p:clrMapOvr>
  <p:transition spd="slow">
    <p:cut/>
  </p:transition>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Shape 105"/>
        <p:cNvGrpSpPr/>
        <p:nvPr/>
      </p:nvGrpSpPr>
      <p:grpSpPr>
        <a:xfrm>
          <a:off x="0" y="0"/>
          <a:ext cx="0" cy="0"/>
          <a:chOff x="0" y="0"/>
          <a:chExt cx="0" cy="0"/>
        </a:xfrm>
      </p:grpSpPr>
      <p:sp>
        <p:nvSpPr>
          <p:cNvPr id="106" name="Shape 106"/>
          <p:cNvSpPr txBox="1">
            <a:spLocks noGrp="1"/>
          </p:cNvSpPr>
          <p:nvPr>
            <p:ph type="title"/>
          </p:nvPr>
        </p:nvSpPr>
        <p:spPr>
          <a:xfrm>
            <a:off x="507940" y="186035"/>
            <a:ext cx="11125260" cy="616605"/>
          </a:xfrm>
          <a:prstGeom prst="rect">
            <a:avLst/>
          </a:prstGeom>
        </p:spPr>
        <p:txBody>
          <a:bodyPr lIns="91425" tIns="91425" rIns="91425" bIns="91425" anchor="b" anchorCtr="0">
            <a:noAutofit/>
          </a:bodyPr>
          <a:lstStyle/>
          <a:p>
            <a:r>
              <a:rPr lang="es" dirty="0"/>
              <a:t>¿Cómo guardar atributos de un objeto?</a:t>
            </a:r>
          </a:p>
        </p:txBody>
      </p:sp>
      <p:sp>
        <p:nvSpPr>
          <p:cNvPr id="107" name="Shape 107"/>
          <p:cNvSpPr txBox="1">
            <a:spLocks noGrp="1"/>
          </p:cNvSpPr>
          <p:nvPr>
            <p:ph type="body" idx="1"/>
          </p:nvPr>
        </p:nvSpPr>
        <p:spPr>
          <a:xfrm>
            <a:off x="751840" y="650240"/>
            <a:ext cx="11287760" cy="6136640"/>
          </a:xfrm>
          <a:prstGeom prst="rect">
            <a:avLst/>
          </a:prstGeom>
        </p:spPr>
        <p:txBody>
          <a:bodyPr lIns="91425" tIns="91425" rIns="91425" bIns="91425" anchor="t" anchorCtr="0">
            <a:noAutofit/>
          </a:bodyPr>
          <a:lstStyle/>
          <a:p>
            <a:pPr marL="457200" indent="-419100">
              <a:buClr>
                <a:schemeClr val="dk1"/>
              </a:buClr>
              <a:buSzPct val="100000"/>
              <a:buFont typeface="Arial"/>
              <a:buChar char="●"/>
            </a:pPr>
            <a:r>
              <a:rPr lang="es" sz="3600" dirty="0"/>
              <a:t>Primera aproximación (ficheros de texto)</a:t>
            </a:r>
          </a:p>
          <a:p>
            <a:pPr marL="914400" lvl="1" indent="-381000">
              <a:buClr>
                <a:schemeClr val="dk1"/>
              </a:buClr>
              <a:buSzPct val="80000"/>
              <a:buFont typeface="Courier New"/>
              <a:buChar char="o"/>
            </a:pPr>
            <a:r>
              <a:rPr lang="es" sz="3200" dirty="0"/>
              <a:t>Un archivo por clase: &lt;nombreClase&gt;.txt</a:t>
            </a:r>
          </a:p>
          <a:p>
            <a:pPr marL="914400" lvl="1" indent="-381000">
              <a:buClr>
                <a:schemeClr val="dk1"/>
              </a:buClr>
              <a:buSzPct val="80000"/>
              <a:buFont typeface="Courier New"/>
              <a:buChar char="o"/>
            </a:pPr>
            <a:r>
              <a:rPr lang="es" sz="3200" dirty="0"/>
              <a:t>Una línea por objeto.</a:t>
            </a:r>
          </a:p>
          <a:p>
            <a:pPr marL="914400" lvl="1" indent="-381000">
              <a:buClr>
                <a:schemeClr val="dk1"/>
              </a:buClr>
              <a:buSzPct val="80000"/>
              <a:buFont typeface="Courier New"/>
              <a:buChar char="o"/>
            </a:pPr>
            <a:r>
              <a:rPr lang="es" sz="3200" dirty="0"/>
              <a:t>Cada atributo separado del otro por ":" o algún otro separador que escojamos.</a:t>
            </a:r>
          </a:p>
          <a:p>
            <a:pPr marL="457200" indent="-419100">
              <a:buClr>
                <a:schemeClr val="dk1"/>
              </a:buClr>
              <a:buSzPct val="100000"/>
              <a:buFont typeface="Arial"/>
              <a:buChar char="●"/>
            </a:pPr>
            <a:r>
              <a:rPr lang="es" sz="3600" dirty="0"/>
              <a:t>Problemas.</a:t>
            </a:r>
          </a:p>
          <a:p>
            <a:pPr marL="914400" lvl="1" indent="-381000">
              <a:buClr>
                <a:schemeClr val="dk1"/>
              </a:buClr>
              <a:buSzPct val="80000"/>
              <a:buFont typeface="Courier New"/>
              <a:buChar char="o"/>
            </a:pPr>
            <a:r>
              <a:rPr lang="es" sz="3200" dirty="0"/>
              <a:t>Si el dato no es String, habrá que convertirlo a String en la materialización / desmaterialización.</a:t>
            </a:r>
          </a:p>
          <a:p>
            <a:pPr marL="914400" lvl="1" indent="-381000">
              <a:buClr>
                <a:schemeClr val="dk1"/>
              </a:buClr>
              <a:buSzPct val="80000"/>
              <a:buFont typeface="Courier New"/>
              <a:buChar char="o"/>
            </a:pPr>
            <a:r>
              <a:rPr lang="es" sz="3200" dirty="0"/>
              <a:t>¿Qué ocurre con referencias a otros objetos?</a:t>
            </a:r>
          </a:p>
          <a:p>
            <a:pPr marL="457200" indent="-419100">
              <a:buClr>
                <a:schemeClr val="dk1"/>
              </a:buClr>
              <a:buSzPct val="100000"/>
              <a:buFont typeface="Arial"/>
              <a:buChar char="●"/>
            </a:pPr>
            <a:r>
              <a:rPr lang="es" sz="3600" dirty="0"/>
              <a:t>Soluciones</a:t>
            </a:r>
          </a:p>
          <a:p>
            <a:pPr marL="914400" lvl="1" indent="-381000">
              <a:buClr>
                <a:schemeClr val="dk1"/>
              </a:buClr>
              <a:buSzPct val="80000"/>
              <a:buFont typeface="Courier New"/>
              <a:buChar char="o"/>
            </a:pPr>
            <a:r>
              <a:rPr lang="es" sz="3200" dirty="0"/>
              <a:t>Serialización RAW (se verá a continuación)</a:t>
            </a:r>
          </a:p>
          <a:p>
            <a:pPr marL="914400" lvl="1" indent="-381000">
              <a:buClr>
                <a:schemeClr val="dk1"/>
              </a:buClr>
              <a:buSzPct val="80000"/>
              <a:buFont typeface="Courier New"/>
              <a:buChar char="o"/>
            </a:pPr>
            <a:r>
              <a:rPr lang="es" sz="3200" dirty="0"/>
              <a:t>Serialización textual (ficheros XML, con XStream,p.ej)</a:t>
            </a:r>
          </a:p>
          <a:p>
            <a:pPr marL="914400" lvl="1" indent="-381000">
              <a:buClr>
                <a:schemeClr val="dk1"/>
              </a:buClr>
              <a:buSzPct val="80000"/>
              <a:buFont typeface="Courier New"/>
              <a:buChar char="o"/>
            </a:pPr>
            <a:r>
              <a:rPr lang="es" sz="3200" dirty="0"/>
              <a:t>Usar un software ORM+SGBD</a:t>
            </a:r>
          </a:p>
        </p:txBody>
      </p:sp>
    </p:spTree>
  </p:cSld>
  <p:clrMapOvr>
    <a:masterClrMapping/>
  </p:clrMapOvr>
  <p:transition spd="slow">
    <p:cut/>
  </p:transition>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Shape 111"/>
        <p:cNvGrpSpPr/>
        <p:nvPr/>
      </p:nvGrpSpPr>
      <p:grpSpPr>
        <a:xfrm>
          <a:off x="0" y="0"/>
          <a:ext cx="0" cy="0"/>
          <a:chOff x="0" y="0"/>
          <a:chExt cx="0" cy="0"/>
        </a:xfrm>
      </p:grpSpPr>
      <p:sp>
        <p:nvSpPr>
          <p:cNvPr id="112" name="Shape 112"/>
          <p:cNvSpPr txBox="1">
            <a:spLocks noGrp="1"/>
          </p:cNvSpPr>
          <p:nvPr>
            <p:ph type="body" idx="1"/>
          </p:nvPr>
        </p:nvSpPr>
        <p:spPr>
          <a:xfrm>
            <a:off x="0" y="690879"/>
            <a:ext cx="12192000" cy="5981085"/>
          </a:xfrm>
          <a:prstGeom prst="rect">
            <a:avLst/>
          </a:prstGeom>
          <a:solidFill>
            <a:srgbClr val="FFFFFF"/>
          </a:solidFill>
        </p:spPr>
        <p:txBody>
          <a:bodyPr lIns="91425" tIns="91425" rIns="91425" bIns="91425" anchor="t" anchorCtr="0">
            <a:noAutofit/>
          </a:bodyPr>
          <a:lstStyle/>
          <a:p>
            <a:pPr marL="457200" indent="-355600">
              <a:lnSpc>
                <a:spcPct val="100000"/>
              </a:lnSpc>
              <a:spcBef>
                <a:spcPts val="600"/>
              </a:spcBef>
              <a:buClr>
                <a:schemeClr val="dk1"/>
              </a:buClr>
              <a:buSzPct val="100000"/>
              <a:buFont typeface="Arial"/>
              <a:buChar char="●"/>
            </a:pPr>
            <a:r>
              <a:rPr lang="es" sz="2400" dirty="0"/>
              <a:t>Son objetos de una clase que implemente </a:t>
            </a:r>
            <a:r>
              <a:rPr lang="es" sz="2400" b="1" i="1" dirty="0"/>
              <a:t>Serializable</a:t>
            </a:r>
          </a:p>
          <a:p>
            <a:pPr marL="457200" indent="-355600">
              <a:lnSpc>
                <a:spcPct val="100000"/>
              </a:lnSpc>
              <a:spcBef>
                <a:spcPts val="600"/>
              </a:spcBef>
              <a:buClr>
                <a:schemeClr val="dk1"/>
              </a:buClr>
              <a:buSzPct val="100000"/>
              <a:buFont typeface="Arial"/>
              <a:buChar char="●"/>
            </a:pPr>
            <a:r>
              <a:rPr lang="es" sz="2400" dirty="0"/>
              <a:t>Sus atributos han de ser de tipos simples o Serializable's</a:t>
            </a:r>
          </a:p>
          <a:p>
            <a:pPr marL="457200" indent="-355600">
              <a:lnSpc>
                <a:spcPct val="100000"/>
              </a:lnSpc>
              <a:spcBef>
                <a:spcPts val="600"/>
              </a:spcBef>
              <a:buClr>
                <a:schemeClr val="dk1"/>
              </a:buClr>
              <a:buSzPct val="100000"/>
              <a:buFont typeface="Arial"/>
              <a:buChar char="●"/>
            </a:pPr>
            <a:r>
              <a:rPr lang="es" sz="2400" dirty="0"/>
              <a:t>Para escribir objetos en disco (persisitir/desmaterializar):</a:t>
            </a:r>
          </a:p>
          <a:p>
            <a:pPr marL="914400" lvl="1" indent="-381000">
              <a:lnSpc>
                <a:spcPct val="100000"/>
              </a:lnSpc>
              <a:spcBef>
                <a:spcPts val="600"/>
              </a:spcBef>
              <a:buClr>
                <a:schemeClr val="dk1"/>
              </a:buClr>
              <a:buSzPct val="120000"/>
              <a:buFont typeface="Courier New"/>
              <a:buChar char="o"/>
            </a:pPr>
            <a:r>
              <a:rPr lang="es" b="1" dirty="0">
                <a:solidFill>
                  <a:srgbClr val="0000FF"/>
                </a:solidFill>
              </a:rPr>
              <a:t>ObjectOutputStream oos = new ObjectOutputStream(new FileOutputStream(fichero));</a:t>
            </a:r>
          </a:p>
          <a:p>
            <a:pPr marL="914400" lvl="1" indent="-381000">
              <a:lnSpc>
                <a:spcPct val="100000"/>
              </a:lnSpc>
              <a:spcBef>
                <a:spcPts val="600"/>
              </a:spcBef>
              <a:buClr>
                <a:schemeClr val="dk1"/>
              </a:buClr>
              <a:buSzPct val="120000"/>
              <a:buFont typeface="Courier New"/>
              <a:buChar char="o"/>
            </a:pPr>
            <a:r>
              <a:rPr lang="es" b="1" dirty="0">
                <a:solidFill>
                  <a:srgbClr val="0000FF"/>
                </a:solidFill>
              </a:rPr>
              <a:t>oos.writeObject (new ObjetoSerializable() ); oos.close();</a:t>
            </a:r>
          </a:p>
          <a:p>
            <a:pPr marL="457200" indent="-355600">
              <a:lnSpc>
                <a:spcPct val="100000"/>
              </a:lnSpc>
              <a:spcBef>
                <a:spcPts val="600"/>
              </a:spcBef>
              <a:buClr>
                <a:schemeClr val="dk1"/>
              </a:buClr>
              <a:buSzPct val="100000"/>
              <a:buFont typeface="Arial"/>
              <a:buChar char="●"/>
            </a:pPr>
            <a:r>
              <a:rPr lang="es" sz="2400" dirty="0"/>
              <a:t>Para leer los datos de un objeto serializable (materializar):</a:t>
            </a:r>
          </a:p>
          <a:p>
            <a:pPr marL="914400" lvl="1" indent="-381000">
              <a:lnSpc>
                <a:spcPct val="100000"/>
              </a:lnSpc>
              <a:spcBef>
                <a:spcPts val="600"/>
              </a:spcBef>
              <a:buClr>
                <a:schemeClr val="dk1"/>
              </a:buClr>
              <a:buSzPct val="120000"/>
              <a:buFont typeface="Courier New"/>
              <a:buChar char="o"/>
            </a:pPr>
            <a:r>
              <a:rPr lang="es" b="1" dirty="0">
                <a:solidFill>
                  <a:srgbClr val="FF0000"/>
                </a:solidFill>
              </a:rPr>
              <a:t>ObjectInputStream ois = new ObjectInputStream(new FileInputStream(fichero));</a:t>
            </a:r>
          </a:p>
          <a:p>
            <a:pPr marL="914400" lvl="1" indent="-381000">
              <a:lnSpc>
                <a:spcPct val="100000"/>
              </a:lnSpc>
              <a:spcBef>
                <a:spcPts val="600"/>
              </a:spcBef>
              <a:buClr>
                <a:schemeClr val="dk1"/>
              </a:buClr>
              <a:buSzPct val="120000"/>
              <a:buFont typeface="Courier New"/>
              <a:buChar char="o"/>
            </a:pPr>
            <a:r>
              <a:rPr lang="es" b="1" dirty="0">
                <a:solidFill>
                  <a:srgbClr val="FF0000"/>
                </a:solidFill>
              </a:rPr>
              <a:t>Object o=ois.readObject(); </a:t>
            </a:r>
          </a:p>
          <a:p>
            <a:pPr marL="914400" lvl="1" indent="-381000">
              <a:lnSpc>
                <a:spcPct val="100000"/>
              </a:lnSpc>
              <a:spcBef>
                <a:spcPts val="600"/>
              </a:spcBef>
              <a:buClr>
                <a:schemeClr val="dk1"/>
              </a:buClr>
              <a:buSzPct val="120000"/>
              <a:buFont typeface="Courier New"/>
              <a:buChar char="o"/>
            </a:pPr>
            <a:r>
              <a:rPr lang="es" b="1" dirty="0">
                <a:solidFill>
                  <a:srgbClr val="FF0000"/>
                </a:solidFill>
              </a:rPr>
              <a:t>while (o!=null) {..procesar “o” y releer “o”…} ois.close();</a:t>
            </a:r>
          </a:p>
          <a:p>
            <a:pPr marL="457200" indent="-355600">
              <a:buClr>
                <a:schemeClr val="dk1"/>
              </a:buClr>
              <a:buSzPct val="100000"/>
              <a:buFont typeface="Arial"/>
              <a:buChar char="●"/>
            </a:pPr>
            <a:r>
              <a:rPr lang="es" sz="2400" dirty="0"/>
              <a:t>También se suele utilizar la serialización para transmitir objetos por una red (paso de parámetros en RMI, p.ej)</a:t>
            </a:r>
          </a:p>
          <a:p>
            <a:pPr marL="457200" indent="-355600">
              <a:buClr>
                <a:schemeClr val="dk1"/>
              </a:buClr>
              <a:buSzPct val="100000"/>
              <a:buFont typeface="Arial"/>
              <a:buChar char="●"/>
            </a:pPr>
            <a:r>
              <a:rPr lang="es" sz="2400" dirty="0"/>
              <a:t>En ambos casos la JVM gestiona el formato de los datos del objeto u objetos serializados.</a:t>
            </a:r>
          </a:p>
        </p:txBody>
      </p:sp>
      <p:sp>
        <p:nvSpPr>
          <p:cNvPr id="113" name="Shape 113"/>
          <p:cNvSpPr txBox="1">
            <a:spLocks noGrp="1"/>
          </p:cNvSpPr>
          <p:nvPr>
            <p:ph type="title"/>
          </p:nvPr>
        </p:nvSpPr>
        <p:spPr>
          <a:xfrm>
            <a:off x="1981200" y="186035"/>
            <a:ext cx="8229600" cy="596285"/>
          </a:xfrm>
          <a:prstGeom prst="rect">
            <a:avLst/>
          </a:prstGeom>
        </p:spPr>
        <p:txBody>
          <a:bodyPr lIns="91425" tIns="91425" rIns="91425" bIns="91425" anchor="b" anchorCtr="0">
            <a:noAutofit/>
          </a:bodyPr>
          <a:lstStyle/>
          <a:p>
            <a:r>
              <a:rPr lang="es" dirty="0"/>
              <a:t>Objetos serializables (1/2)</a:t>
            </a:r>
          </a:p>
        </p:txBody>
      </p:sp>
    </p:spTree>
  </p:cSld>
  <p:clrMapOvr>
    <a:masterClrMapping/>
  </p:clrMapOvr>
  <p:transition spd="slow">
    <p:cut/>
  </p:transition>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Shape 117"/>
        <p:cNvGrpSpPr/>
        <p:nvPr/>
      </p:nvGrpSpPr>
      <p:grpSpPr>
        <a:xfrm>
          <a:off x="0" y="0"/>
          <a:ext cx="0" cy="0"/>
          <a:chOff x="0" y="0"/>
          <a:chExt cx="0" cy="0"/>
        </a:xfrm>
      </p:grpSpPr>
      <p:sp>
        <p:nvSpPr>
          <p:cNvPr id="118" name="Shape 118"/>
          <p:cNvSpPr txBox="1">
            <a:spLocks noGrp="1"/>
          </p:cNvSpPr>
          <p:nvPr>
            <p:ph type="title"/>
          </p:nvPr>
        </p:nvSpPr>
        <p:spPr>
          <a:xfrm>
            <a:off x="1981200" y="186035"/>
            <a:ext cx="8229600" cy="494685"/>
          </a:xfrm>
          <a:prstGeom prst="rect">
            <a:avLst/>
          </a:prstGeom>
        </p:spPr>
        <p:txBody>
          <a:bodyPr lIns="91425" tIns="91425" rIns="91425" bIns="91425" anchor="b" anchorCtr="0">
            <a:noAutofit/>
          </a:bodyPr>
          <a:lstStyle/>
          <a:p>
            <a:r>
              <a:rPr lang="es" dirty="0"/>
              <a:t>Objetos serializables (2/2)</a:t>
            </a:r>
          </a:p>
        </p:txBody>
      </p:sp>
      <p:sp>
        <p:nvSpPr>
          <p:cNvPr id="119" name="Shape 119"/>
          <p:cNvSpPr txBox="1">
            <a:spLocks noGrp="1"/>
          </p:cNvSpPr>
          <p:nvPr>
            <p:ph type="body" idx="1"/>
          </p:nvPr>
        </p:nvSpPr>
        <p:spPr>
          <a:xfrm>
            <a:off x="193040" y="751840"/>
            <a:ext cx="11490959" cy="5976260"/>
          </a:xfrm>
          <a:prstGeom prst="rect">
            <a:avLst/>
          </a:prstGeom>
        </p:spPr>
        <p:txBody>
          <a:bodyPr lIns="91425" tIns="91425" rIns="91425" bIns="91425" anchor="t" anchorCtr="0">
            <a:noAutofit/>
          </a:bodyPr>
          <a:lstStyle/>
          <a:p>
            <a:pPr>
              <a:buNone/>
            </a:pPr>
            <a:r>
              <a:rPr lang="es" sz="3600" u="sng" dirty="0">
                <a:solidFill>
                  <a:schemeClr val="hlink"/>
                </a:solidFill>
                <a:hlinkClick r:id="rId3"/>
              </a:rPr>
              <a:t>Inconvenientes de la serialización</a:t>
            </a:r>
            <a:r>
              <a:rPr lang="es" sz="3600" dirty="0"/>
              <a:t>.</a:t>
            </a:r>
          </a:p>
          <a:p>
            <a:pPr marL="457200" indent="-381000">
              <a:buClr>
                <a:schemeClr val="dk1"/>
              </a:buClr>
              <a:buSzPct val="100000"/>
              <a:buFont typeface="Arial"/>
              <a:buChar char="●"/>
            </a:pPr>
            <a:r>
              <a:rPr lang="es" sz="3200" b="1" dirty="0"/>
              <a:t>La clase ObjectOutputStream no funciona bien del todo cuando:</a:t>
            </a:r>
          </a:p>
          <a:p>
            <a:pPr marL="914400" lvl="1" indent="-381000">
              <a:buClr>
                <a:schemeClr val="dk1"/>
              </a:buClr>
              <a:buSzPct val="80000"/>
              <a:buFont typeface="Courier New"/>
              <a:buChar char="o"/>
            </a:pPr>
            <a:r>
              <a:rPr lang="es" sz="3200" dirty="0"/>
              <a:t>Intentamos reutilizar una misma referencia para serializar objetos diferentes (incluso utilizando setters para un mismo objeto).</a:t>
            </a:r>
          </a:p>
          <a:p>
            <a:pPr marL="914400" lvl="1" indent="-381000">
              <a:buClr>
                <a:schemeClr val="dk1"/>
              </a:buClr>
              <a:buSzPct val="80000"/>
              <a:buFont typeface="Courier New"/>
              <a:buChar char="o"/>
            </a:pPr>
            <a:r>
              <a:rPr lang="es" sz="3200" dirty="0"/>
              <a:t>Las cabeceras del fichero serializado se corrompen cuando intentamos añadir nuevos objetos a un mismo fichero.</a:t>
            </a:r>
          </a:p>
          <a:p>
            <a:pPr marL="457200" indent="-381000">
              <a:buClr>
                <a:schemeClr val="dk1"/>
              </a:buClr>
              <a:buSzPct val="100000"/>
              <a:buFont typeface="Arial"/>
              <a:buChar char="●"/>
            </a:pPr>
            <a:r>
              <a:rPr lang="es" sz="3200" b="1" dirty="0"/>
              <a:t>Por estas razones es mejor no utilizar ficheros, ni serialización como método de persistencia, sino un ORM + SGBD</a:t>
            </a:r>
          </a:p>
        </p:txBody>
      </p:sp>
    </p:spTree>
  </p:cSld>
  <p:clrMapOvr>
    <a:masterClrMapping/>
  </p:clrMapOvr>
  <p:transition spd="slow">
    <p:cut/>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BB3EE3F-2A48-92D7-BC0B-6AEBC7BD9291}"/>
              </a:ext>
            </a:extLst>
          </p:cNvPr>
          <p:cNvSpPr>
            <a:spLocks noGrp="1"/>
          </p:cNvSpPr>
          <p:nvPr>
            <p:ph type="title"/>
          </p:nvPr>
        </p:nvSpPr>
        <p:spPr>
          <a:xfrm>
            <a:off x="609600" y="186035"/>
            <a:ext cx="10972800" cy="511277"/>
          </a:xfrm>
        </p:spPr>
        <p:txBody>
          <a:bodyPr>
            <a:normAutofit fontScale="90000"/>
          </a:bodyPr>
          <a:lstStyle/>
          <a:p>
            <a:r>
              <a:rPr lang="es-ES" dirty="0"/>
              <a:t>Fichero de texto(escritura)</a:t>
            </a:r>
          </a:p>
        </p:txBody>
      </p:sp>
      <p:pic>
        <p:nvPicPr>
          <p:cNvPr id="5" name="Imagen 4">
            <a:extLst>
              <a:ext uri="{FF2B5EF4-FFF2-40B4-BE49-F238E27FC236}">
                <a16:creationId xmlns:a16="http://schemas.microsoft.com/office/drawing/2014/main" id="{61DAFC95-361C-2183-0CC3-4E04951B3EBA}"/>
              </a:ext>
            </a:extLst>
          </p:cNvPr>
          <p:cNvPicPr>
            <a:picLocks noChangeAspect="1"/>
          </p:cNvPicPr>
          <p:nvPr/>
        </p:nvPicPr>
        <p:blipFill>
          <a:blip r:embed="rId2"/>
          <a:stretch>
            <a:fillRect/>
          </a:stretch>
        </p:blipFill>
        <p:spPr>
          <a:xfrm>
            <a:off x="1522373" y="617752"/>
            <a:ext cx="9239918" cy="6093811"/>
          </a:xfrm>
          <a:prstGeom prst="rect">
            <a:avLst/>
          </a:prstGeom>
        </p:spPr>
      </p:pic>
    </p:spTree>
    <p:extLst>
      <p:ext uri="{BB962C8B-B14F-4D97-AF65-F5344CB8AC3E}">
        <p14:creationId xmlns:p14="http://schemas.microsoft.com/office/powerpoint/2010/main" val="6299394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887AD3E-6FDE-44D8-CF8B-43D119A1BA9C}"/>
              </a:ext>
            </a:extLst>
          </p:cNvPr>
          <p:cNvSpPr>
            <a:spLocks noGrp="1"/>
          </p:cNvSpPr>
          <p:nvPr>
            <p:ph type="title"/>
          </p:nvPr>
        </p:nvSpPr>
        <p:spPr>
          <a:xfrm>
            <a:off x="609600" y="0"/>
            <a:ext cx="10972800" cy="585479"/>
          </a:xfrm>
        </p:spPr>
        <p:txBody>
          <a:bodyPr>
            <a:normAutofit fontScale="90000"/>
          </a:bodyPr>
          <a:lstStyle/>
          <a:p>
            <a:r>
              <a:rPr lang="es-ES" dirty="0"/>
              <a:t>Ficheros de texto (Lectura)</a:t>
            </a:r>
          </a:p>
        </p:txBody>
      </p:sp>
      <p:pic>
        <p:nvPicPr>
          <p:cNvPr id="5" name="Imagen 4">
            <a:extLst>
              <a:ext uri="{FF2B5EF4-FFF2-40B4-BE49-F238E27FC236}">
                <a16:creationId xmlns:a16="http://schemas.microsoft.com/office/drawing/2014/main" id="{5F76308C-4F1E-5DF2-7427-2CECA2B7B3FF}"/>
              </a:ext>
            </a:extLst>
          </p:cNvPr>
          <p:cNvPicPr>
            <a:picLocks noChangeAspect="1"/>
          </p:cNvPicPr>
          <p:nvPr/>
        </p:nvPicPr>
        <p:blipFill>
          <a:blip r:embed="rId2"/>
          <a:stretch>
            <a:fillRect/>
          </a:stretch>
        </p:blipFill>
        <p:spPr>
          <a:xfrm>
            <a:off x="1358194" y="432282"/>
            <a:ext cx="7904218" cy="6436968"/>
          </a:xfrm>
          <a:prstGeom prst="rect">
            <a:avLst/>
          </a:prstGeom>
        </p:spPr>
      </p:pic>
    </p:spTree>
    <p:extLst>
      <p:ext uri="{BB962C8B-B14F-4D97-AF65-F5344CB8AC3E}">
        <p14:creationId xmlns:p14="http://schemas.microsoft.com/office/powerpoint/2010/main" val="342348716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BB3EE3F-2A48-92D7-BC0B-6AEBC7BD9291}"/>
              </a:ext>
            </a:extLst>
          </p:cNvPr>
          <p:cNvSpPr>
            <a:spLocks noGrp="1"/>
          </p:cNvSpPr>
          <p:nvPr>
            <p:ph type="title"/>
          </p:nvPr>
        </p:nvSpPr>
        <p:spPr>
          <a:xfrm>
            <a:off x="609600" y="186035"/>
            <a:ext cx="10972800" cy="511277"/>
          </a:xfrm>
        </p:spPr>
        <p:txBody>
          <a:bodyPr>
            <a:normAutofit fontScale="90000"/>
          </a:bodyPr>
          <a:lstStyle/>
          <a:p>
            <a:r>
              <a:rPr lang="es-ES" dirty="0"/>
              <a:t>Ficheros binarios(escritura)</a:t>
            </a:r>
          </a:p>
        </p:txBody>
      </p:sp>
      <p:pic>
        <p:nvPicPr>
          <p:cNvPr id="4" name="Imagen 3">
            <a:extLst>
              <a:ext uri="{FF2B5EF4-FFF2-40B4-BE49-F238E27FC236}">
                <a16:creationId xmlns:a16="http://schemas.microsoft.com/office/drawing/2014/main" id="{AA9D12EF-2F7A-8011-64DC-A790BC696D16}"/>
              </a:ext>
            </a:extLst>
          </p:cNvPr>
          <p:cNvPicPr>
            <a:picLocks noChangeAspect="1"/>
          </p:cNvPicPr>
          <p:nvPr/>
        </p:nvPicPr>
        <p:blipFill>
          <a:blip r:embed="rId2"/>
          <a:stretch>
            <a:fillRect/>
          </a:stretch>
        </p:blipFill>
        <p:spPr>
          <a:xfrm>
            <a:off x="1820169" y="582561"/>
            <a:ext cx="8126397" cy="6256893"/>
          </a:xfrm>
          <a:prstGeom prst="rect">
            <a:avLst/>
          </a:prstGeom>
        </p:spPr>
      </p:pic>
    </p:spTree>
    <p:extLst>
      <p:ext uri="{BB962C8B-B14F-4D97-AF65-F5344CB8AC3E}">
        <p14:creationId xmlns:p14="http://schemas.microsoft.com/office/powerpoint/2010/main" val="324923134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887AD3E-6FDE-44D8-CF8B-43D119A1BA9C}"/>
              </a:ext>
            </a:extLst>
          </p:cNvPr>
          <p:cNvSpPr>
            <a:spLocks noGrp="1"/>
          </p:cNvSpPr>
          <p:nvPr>
            <p:ph type="title"/>
          </p:nvPr>
        </p:nvSpPr>
        <p:spPr>
          <a:xfrm>
            <a:off x="609600" y="0"/>
            <a:ext cx="10972800" cy="585479"/>
          </a:xfrm>
        </p:spPr>
        <p:txBody>
          <a:bodyPr>
            <a:normAutofit fontScale="90000"/>
          </a:bodyPr>
          <a:lstStyle/>
          <a:p>
            <a:r>
              <a:rPr lang="es-ES" dirty="0"/>
              <a:t>Ficheros binarios(Lectura)</a:t>
            </a:r>
          </a:p>
        </p:txBody>
      </p:sp>
      <p:pic>
        <p:nvPicPr>
          <p:cNvPr id="4" name="Imagen 3">
            <a:extLst>
              <a:ext uri="{FF2B5EF4-FFF2-40B4-BE49-F238E27FC236}">
                <a16:creationId xmlns:a16="http://schemas.microsoft.com/office/drawing/2014/main" id="{DCFEE7E2-05BC-DB2A-5B71-136DB531F35C}"/>
              </a:ext>
            </a:extLst>
          </p:cNvPr>
          <p:cNvPicPr>
            <a:picLocks noChangeAspect="1"/>
          </p:cNvPicPr>
          <p:nvPr/>
        </p:nvPicPr>
        <p:blipFill>
          <a:blip r:embed="rId2"/>
          <a:stretch>
            <a:fillRect/>
          </a:stretch>
        </p:blipFill>
        <p:spPr>
          <a:xfrm>
            <a:off x="1800152" y="427508"/>
            <a:ext cx="8481914" cy="6372960"/>
          </a:xfrm>
          <a:prstGeom prst="rect">
            <a:avLst/>
          </a:prstGeom>
        </p:spPr>
      </p:pic>
    </p:spTree>
    <p:extLst>
      <p:ext uri="{BB962C8B-B14F-4D97-AF65-F5344CB8AC3E}">
        <p14:creationId xmlns:p14="http://schemas.microsoft.com/office/powerpoint/2010/main" val="67549351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BB3EE3F-2A48-92D7-BC0B-6AEBC7BD9291}"/>
              </a:ext>
            </a:extLst>
          </p:cNvPr>
          <p:cNvSpPr>
            <a:spLocks noGrp="1"/>
          </p:cNvSpPr>
          <p:nvPr>
            <p:ph type="title"/>
          </p:nvPr>
        </p:nvSpPr>
        <p:spPr>
          <a:xfrm>
            <a:off x="609600" y="186035"/>
            <a:ext cx="10972800" cy="511277"/>
          </a:xfrm>
        </p:spPr>
        <p:txBody>
          <a:bodyPr>
            <a:normAutofit fontScale="90000"/>
          </a:bodyPr>
          <a:lstStyle/>
          <a:p>
            <a:r>
              <a:rPr lang="es-ES" dirty="0"/>
              <a:t>Ficheros binarios(</a:t>
            </a:r>
            <a:r>
              <a:rPr lang="es-ES" dirty="0" err="1"/>
              <a:t>ObjectOutputStream</a:t>
            </a:r>
            <a:r>
              <a:rPr lang="es-ES" dirty="0"/>
              <a:t>)</a:t>
            </a:r>
          </a:p>
        </p:txBody>
      </p:sp>
      <p:pic>
        <p:nvPicPr>
          <p:cNvPr id="5" name="Imagen 4">
            <a:extLst>
              <a:ext uri="{FF2B5EF4-FFF2-40B4-BE49-F238E27FC236}">
                <a16:creationId xmlns:a16="http://schemas.microsoft.com/office/drawing/2014/main" id="{1B3E92AB-C483-CC12-1CE7-9CA47A6F95B6}"/>
              </a:ext>
            </a:extLst>
          </p:cNvPr>
          <p:cNvPicPr>
            <a:picLocks noChangeAspect="1"/>
          </p:cNvPicPr>
          <p:nvPr/>
        </p:nvPicPr>
        <p:blipFill>
          <a:blip r:embed="rId2"/>
          <a:stretch>
            <a:fillRect/>
          </a:stretch>
        </p:blipFill>
        <p:spPr>
          <a:xfrm>
            <a:off x="1723474" y="550765"/>
            <a:ext cx="9814607" cy="6225005"/>
          </a:xfrm>
          <a:prstGeom prst="rect">
            <a:avLst/>
          </a:prstGeom>
        </p:spPr>
      </p:pic>
    </p:spTree>
    <p:extLst>
      <p:ext uri="{BB962C8B-B14F-4D97-AF65-F5344CB8AC3E}">
        <p14:creationId xmlns:p14="http://schemas.microsoft.com/office/powerpoint/2010/main" val="276552463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887AD3E-6FDE-44D8-CF8B-43D119A1BA9C}"/>
              </a:ext>
            </a:extLst>
          </p:cNvPr>
          <p:cNvSpPr>
            <a:spLocks noGrp="1"/>
          </p:cNvSpPr>
          <p:nvPr>
            <p:ph type="title"/>
          </p:nvPr>
        </p:nvSpPr>
        <p:spPr>
          <a:xfrm>
            <a:off x="609600" y="0"/>
            <a:ext cx="10972800" cy="585479"/>
          </a:xfrm>
        </p:spPr>
        <p:txBody>
          <a:bodyPr>
            <a:normAutofit fontScale="90000"/>
          </a:bodyPr>
          <a:lstStyle/>
          <a:p>
            <a:r>
              <a:rPr lang="es-ES" dirty="0"/>
              <a:t>Ficheros binarios(</a:t>
            </a:r>
            <a:r>
              <a:rPr lang="es-ES" dirty="0" err="1"/>
              <a:t>ObjectInputStream</a:t>
            </a:r>
            <a:r>
              <a:rPr lang="es-ES" dirty="0"/>
              <a:t>)</a:t>
            </a:r>
          </a:p>
        </p:txBody>
      </p:sp>
      <p:pic>
        <p:nvPicPr>
          <p:cNvPr id="5" name="Imagen 4">
            <a:extLst>
              <a:ext uri="{FF2B5EF4-FFF2-40B4-BE49-F238E27FC236}">
                <a16:creationId xmlns:a16="http://schemas.microsoft.com/office/drawing/2014/main" id="{F1DAF294-B4BB-79C5-C9F2-698EC5910A3C}"/>
              </a:ext>
            </a:extLst>
          </p:cNvPr>
          <p:cNvPicPr>
            <a:picLocks noChangeAspect="1"/>
          </p:cNvPicPr>
          <p:nvPr/>
        </p:nvPicPr>
        <p:blipFill>
          <a:blip r:embed="rId2"/>
          <a:stretch>
            <a:fillRect/>
          </a:stretch>
        </p:blipFill>
        <p:spPr>
          <a:xfrm>
            <a:off x="2312278" y="426270"/>
            <a:ext cx="7542191" cy="6388680"/>
          </a:xfrm>
          <a:prstGeom prst="rect">
            <a:avLst/>
          </a:prstGeom>
        </p:spPr>
      </p:pic>
    </p:spTree>
    <p:extLst>
      <p:ext uri="{BB962C8B-B14F-4D97-AF65-F5344CB8AC3E}">
        <p14:creationId xmlns:p14="http://schemas.microsoft.com/office/powerpoint/2010/main" val="162275765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89B3808-7AE0-5D15-B41B-CB2D95DBCE06}"/>
              </a:ext>
            </a:extLst>
          </p:cNvPr>
          <p:cNvSpPr>
            <a:spLocks noGrp="1"/>
          </p:cNvSpPr>
          <p:nvPr>
            <p:ph type="title"/>
          </p:nvPr>
        </p:nvSpPr>
        <p:spPr>
          <a:xfrm>
            <a:off x="609600" y="186035"/>
            <a:ext cx="10972800" cy="669159"/>
          </a:xfrm>
        </p:spPr>
        <p:txBody>
          <a:bodyPr>
            <a:normAutofit fontScale="90000"/>
          </a:bodyPr>
          <a:lstStyle/>
          <a:p>
            <a:r>
              <a:rPr lang="es-ES" dirty="0" err="1"/>
              <a:t>Serializable</a:t>
            </a:r>
            <a:r>
              <a:rPr lang="es-ES" dirty="0"/>
              <a:t> ejemplo clase</a:t>
            </a:r>
          </a:p>
        </p:txBody>
      </p:sp>
      <p:pic>
        <p:nvPicPr>
          <p:cNvPr id="5" name="Imagen 4">
            <a:extLst>
              <a:ext uri="{FF2B5EF4-FFF2-40B4-BE49-F238E27FC236}">
                <a16:creationId xmlns:a16="http://schemas.microsoft.com/office/drawing/2014/main" id="{C434830C-13DF-EF71-88D6-80B0CE8B71BD}"/>
              </a:ext>
            </a:extLst>
          </p:cNvPr>
          <p:cNvPicPr>
            <a:picLocks noChangeAspect="1"/>
          </p:cNvPicPr>
          <p:nvPr/>
        </p:nvPicPr>
        <p:blipFill>
          <a:blip r:embed="rId2"/>
          <a:stretch>
            <a:fillRect/>
          </a:stretch>
        </p:blipFill>
        <p:spPr>
          <a:xfrm>
            <a:off x="142674" y="805096"/>
            <a:ext cx="11767706" cy="5148372"/>
          </a:xfrm>
          <a:prstGeom prst="rect">
            <a:avLst/>
          </a:prstGeom>
        </p:spPr>
      </p:pic>
    </p:spTree>
    <p:extLst>
      <p:ext uri="{BB962C8B-B14F-4D97-AF65-F5344CB8AC3E}">
        <p14:creationId xmlns:p14="http://schemas.microsoft.com/office/powerpoint/2010/main" val="38851248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BB3EE3F-2A48-92D7-BC0B-6AEBC7BD9291}"/>
              </a:ext>
            </a:extLst>
          </p:cNvPr>
          <p:cNvSpPr>
            <a:spLocks noGrp="1"/>
          </p:cNvSpPr>
          <p:nvPr>
            <p:ph type="title"/>
          </p:nvPr>
        </p:nvSpPr>
        <p:spPr>
          <a:xfrm>
            <a:off x="609600" y="186035"/>
            <a:ext cx="10972800" cy="511277"/>
          </a:xfrm>
        </p:spPr>
        <p:txBody>
          <a:bodyPr>
            <a:normAutofit fontScale="90000"/>
          </a:bodyPr>
          <a:lstStyle/>
          <a:p>
            <a:r>
              <a:rPr lang="es-ES" dirty="0" err="1"/>
              <a:t>Serializable</a:t>
            </a:r>
            <a:r>
              <a:rPr lang="es-ES" dirty="0"/>
              <a:t> Escritura</a:t>
            </a:r>
          </a:p>
        </p:txBody>
      </p:sp>
      <p:pic>
        <p:nvPicPr>
          <p:cNvPr id="4" name="Imagen 3">
            <a:extLst>
              <a:ext uri="{FF2B5EF4-FFF2-40B4-BE49-F238E27FC236}">
                <a16:creationId xmlns:a16="http://schemas.microsoft.com/office/drawing/2014/main" id="{4BA7C7E3-5B7D-F310-5A53-72078AF8C6FE}"/>
              </a:ext>
            </a:extLst>
          </p:cNvPr>
          <p:cNvPicPr>
            <a:picLocks noChangeAspect="1"/>
          </p:cNvPicPr>
          <p:nvPr/>
        </p:nvPicPr>
        <p:blipFill>
          <a:blip r:embed="rId2"/>
          <a:stretch>
            <a:fillRect/>
          </a:stretch>
        </p:blipFill>
        <p:spPr>
          <a:xfrm>
            <a:off x="2082103" y="568729"/>
            <a:ext cx="7864464" cy="6289271"/>
          </a:xfrm>
          <a:prstGeom prst="rect">
            <a:avLst/>
          </a:prstGeom>
        </p:spPr>
      </p:pic>
    </p:spTree>
    <p:extLst>
      <p:ext uri="{BB962C8B-B14F-4D97-AF65-F5344CB8AC3E}">
        <p14:creationId xmlns:p14="http://schemas.microsoft.com/office/powerpoint/2010/main" val="146250638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887AD3E-6FDE-44D8-CF8B-43D119A1BA9C}"/>
              </a:ext>
            </a:extLst>
          </p:cNvPr>
          <p:cNvSpPr>
            <a:spLocks noGrp="1"/>
          </p:cNvSpPr>
          <p:nvPr>
            <p:ph type="title"/>
          </p:nvPr>
        </p:nvSpPr>
        <p:spPr>
          <a:xfrm>
            <a:off x="609600" y="0"/>
            <a:ext cx="10972800" cy="585479"/>
          </a:xfrm>
        </p:spPr>
        <p:txBody>
          <a:bodyPr>
            <a:normAutofit fontScale="90000"/>
          </a:bodyPr>
          <a:lstStyle/>
          <a:p>
            <a:r>
              <a:rPr lang="es-ES" dirty="0" err="1"/>
              <a:t>Serializable</a:t>
            </a:r>
            <a:r>
              <a:rPr lang="es-ES" dirty="0"/>
              <a:t> lectura</a:t>
            </a:r>
          </a:p>
        </p:txBody>
      </p:sp>
      <p:pic>
        <p:nvPicPr>
          <p:cNvPr id="4" name="Imagen 3">
            <a:extLst>
              <a:ext uri="{FF2B5EF4-FFF2-40B4-BE49-F238E27FC236}">
                <a16:creationId xmlns:a16="http://schemas.microsoft.com/office/drawing/2014/main" id="{4224ADEC-6418-AD61-D349-70B1E6C134EB}"/>
              </a:ext>
            </a:extLst>
          </p:cNvPr>
          <p:cNvPicPr>
            <a:picLocks noChangeAspect="1"/>
          </p:cNvPicPr>
          <p:nvPr/>
        </p:nvPicPr>
        <p:blipFill>
          <a:blip r:embed="rId2"/>
          <a:stretch>
            <a:fillRect/>
          </a:stretch>
        </p:blipFill>
        <p:spPr>
          <a:xfrm>
            <a:off x="2437551" y="419691"/>
            <a:ext cx="7726104" cy="6394017"/>
          </a:xfrm>
          <a:prstGeom prst="rect">
            <a:avLst/>
          </a:prstGeom>
        </p:spPr>
      </p:pic>
    </p:spTree>
    <p:extLst>
      <p:ext uri="{BB962C8B-B14F-4D97-AF65-F5344CB8AC3E}">
        <p14:creationId xmlns:p14="http://schemas.microsoft.com/office/powerpoint/2010/main" val="268944460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37F1383-6F2C-DC07-68BA-156C84F9BA07}"/>
              </a:ext>
            </a:extLst>
          </p:cNvPr>
          <p:cNvSpPr>
            <a:spLocks noGrp="1"/>
          </p:cNvSpPr>
          <p:nvPr>
            <p:ph type="title"/>
          </p:nvPr>
        </p:nvSpPr>
        <p:spPr>
          <a:xfrm>
            <a:off x="609600" y="186035"/>
            <a:ext cx="10972800" cy="675738"/>
          </a:xfrm>
        </p:spPr>
        <p:txBody>
          <a:bodyPr>
            <a:normAutofit fontScale="90000"/>
          </a:bodyPr>
          <a:lstStyle/>
          <a:p>
            <a:r>
              <a:rPr lang="es-ES" dirty="0"/>
              <a:t>Jerarquía de clases </a:t>
            </a:r>
          </a:p>
        </p:txBody>
      </p:sp>
      <p:pic>
        <p:nvPicPr>
          <p:cNvPr id="5" name="Imagen 4">
            <a:extLst>
              <a:ext uri="{FF2B5EF4-FFF2-40B4-BE49-F238E27FC236}">
                <a16:creationId xmlns:a16="http://schemas.microsoft.com/office/drawing/2014/main" id="{0C1424B2-7BBB-0F93-7B97-CBB22BE8B9EB}"/>
              </a:ext>
            </a:extLst>
          </p:cNvPr>
          <p:cNvPicPr>
            <a:picLocks noChangeAspect="1"/>
          </p:cNvPicPr>
          <p:nvPr/>
        </p:nvPicPr>
        <p:blipFill rotWithShape="1">
          <a:blip r:embed="rId2"/>
          <a:srcRect l="9391" r="9810"/>
          <a:stretch/>
        </p:blipFill>
        <p:spPr>
          <a:xfrm>
            <a:off x="50435" y="1108304"/>
            <a:ext cx="5909611" cy="4606564"/>
          </a:xfrm>
          <a:prstGeom prst="rect">
            <a:avLst/>
          </a:prstGeom>
        </p:spPr>
      </p:pic>
      <p:pic>
        <p:nvPicPr>
          <p:cNvPr id="9" name="Imagen 8">
            <a:extLst>
              <a:ext uri="{FF2B5EF4-FFF2-40B4-BE49-F238E27FC236}">
                <a16:creationId xmlns:a16="http://schemas.microsoft.com/office/drawing/2014/main" id="{18F2B2BF-5A97-9258-4B52-0012A0194A71}"/>
              </a:ext>
            </a:extLst>
          </p:cNvPr>
          <p:cNvPicPr>
            <a:picLocks noChangeAspect="1"/>
          </p:cNvPicPr>
          <p:nvPr/>
        </p:nvPicPr>
        <p:blipFill rotWithShape="1">
          <a:blip r:embed="rId3"/>
          <a:srcRect l="9736" t="578" r="9822" b="-578"/>
          <a:stretch/>
        </p:blipFill>
        <p:spPr>
          <a:xfrm>
            <a:off x="6231954" y="970158"/>
            <a:ext cx="5909611" cy="5110560"/>
          </a:xfrm>
          <a:prstGeom prst="rect">
            <a:avLst/>
          </a:prstGeom>
        </p:spPr>
      </p:pic>
    </p:spTree>
    <p:extLst>
      <p:ext uri="{BB962C8B-B14F-4D97-AF65-F5344CB8AC3E}">
        <p14:creationId xmlns:p14="http://schemas.microsoft.com/office/powerpoint/2010/main" val="91681119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1C6294"/>
      </a:hlink>
      <a:folHlink>
        <a:srgbClr val="FF000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2852</TotalTime>
  <Words>2290</Words>
  <Application>Microsoft Office PowerPoint</Application>
  <PresentationFormat>Panorámica</PresentationFormat>
  <Paragraphs>174</Paragraphs>
  <Slides>23</Slides>
  <Notes>11</Notes>
  <HiddenSlides>0</HiddenSlides>
  <MMClips>0</MMClips>
  <ScaleCrop>false</ScaleCrop>
  <HeadingPairs>
    <vt:vector size="6" baseType="variant">
      <vt:variant>
        <vt:lpstr>Fuentes usadas</vt:lpstr>
      </vt:variant>
      <vt:variant>
        <vt:i4>7</vt:i4>
      </vt:variant>
      <vt:variant>
        <vt:lpstr>Tema</vt:lpstr>
      </vt:variant>
      <vt:variant>
        <vt:i4>1</vt:i4>
      </vt:variant>
      <vt:variant>
        <vt:lpstr>Títulos de diapositiva</vt:lpstr>
      </vt:variant>
      <vt:variant>
        <vt:i4>23</vt:i4>
      </vt:variant>
    </vt:vector>
  </HeadingPairs>
  <TitlesOfParts>
    <vt:vector size="31" baseType="lpstr">
      <vt:lpstr>Arial</vt:lpstr>
      <vt:lpstr>Calibri</vt:lpstr>
      <vt:lpstr>Calibri Light</vt:lpstr>
      <vt:lpstr>Courier New</vt:lpstr>
      <vt:lpstr>Symbol</vt:lpstr>
      <vt:lpstr>Times New Roman</vt:lpstr>
      <vt:lpstr>Wingdings</vt:lpstr>
      <vt:lpstr>Office Theme</vt:lpstr>
      <vt:lpstr>Presentación de PowerPoint</vt:lpstr>
      <vt:lpstr>Conceptos: el código en la POO</vt:lpstr>
      <vt:lpstr>Conceptos: los atributos en la POO</vt:lpstr>
      <vt:lpstr>Conceptos: los atributos en la POO</vt:lpstr>
      <vt:lpstr>Almacenamiento de datos</vt:lpstr>
      <vt:lpstr>FILE</vt:lpstr>
      <vt:lpstr>Clases JAVA para lectura de datos</vt:lpstr>
      <vt:lpstr>Lectura de un archivo de texto.</vt:lpstr>
      <vt:lpstr>Escritura en un archivo de texto</vt:lpstr>
      <vt:lpstr>Lectura/escritura de un archivo binario (ej.copia de un fichero)</vt:lpstr>
      <vt:lpstr>¿Cómo guardar atributos de un objeto?</vt:lpstr>
      <vt:lpstr>Objetos serializables (1/2)</vt:lpstr>
      <vt:lpstr>Objetos serializables (2/2)</vt:lpstr>
      <vt:lpstr>Fichero de texto(escritura)</vt:lpstr>
      <vt:lpstr>Ficheros de texto (Lectura)</vt:lpstr>
      <vt:lpstr>Ficheros binarios(escritura)</vt:lpstr>
      <vt:lpstr>Ficheros binarios(Lectura)</vt:lpstr>
      <vt:lpstr>Ficheros binarios(ObjectOutputStream)</vt:lpstr>
      <vt:lpstr>Ficheros binarios(ObjectInputStream)</vt:lpstr>
      <vt:lpstr>Serializable ejemplo clase</vt:lpstr>
      <vt:lpstr>Serializable Escritura</vt:lpstr>
      <vt:lpstr>Serializable lectura</vt:lpstr>
      <vt:lpstr>Jerarquía de clases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Introducción a la programación</dc:title>
  <dc:subject/>
  <dc:creator>SChiesa</dc:creator>
  <dc:description/>
  <cp:lastModifiedBy>S Chiesa</cp:lastModifiedBy>
  <cp:revision>59</cp:revision>
  <dcterms:created xsi:type="dcterms:W3CDTF">2022-09-10T09:06:03Z</dcterms:created>
  <dcterms:modified xsi:type="dcterms:W3CDTF">2023-05-02T10:52:01Z</dcterms:modified>
  <dc:language>es-ES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16.0000</vt:lpwstr>
  </property>
  <property fmtid="{D5CDD505-2E9C-101B-9397-08002B2CF9AE}" pid="3" name="HiddenSlides">
    <vt:i4>0</vt:i4>
  </property>
  <property fmtid="{D5CDD505-2E9C-101B-9397-08002B2CF9AE}" pid="4" name="HyperlinksChanged">
    <vt:bool>false</vt:bool>
  </property>
  <property fmtid="{D5CDD505-2E9C-101B-9397-08002B2CF9AE}" pid="5" name="LinksUpToDate">
    <vt:bool>false</vt:bool>
  </property>
  <property fmtid="{D5CDD505-2E9C-101B-9397-08002B2CF9AE}" pid="6" name="MMClips">
    <vt:i4>0</vt:i4>
  </property>
  <property fmtid="{D5CDD505-2E9C-101B-9397-08002B2CF9AE}" pid="7" name="Notes">
    <vt:i4>0</vt:i4>
  </property>
  <property fmtid="{D5CDD505-2E9C-101B-9397-08002B2CF9AE}" pid="8" name="PresentationFormat">
    <vt:lpwstr>Panorámica</vt:lpwstr>
  </property>
  <property fmtid="{D5CDD505-2E9C-101B-9397-08002B2CF9AE}" pid="9" name="ScaleCrop">
    <vt:bool>false</vt:bool>
  </property>
  <property fmtid="{D5CDD505-2E9C-101B-9397-08002B2CF9AE}" pid="10" name="ShareDoc">
    <vt:bool>false</vt:bool>
  </property>
  <property fmtid="{D5CDD505-2E9C-101B-9397-08002B2CF9AE}" pid="11" name="Slides">
    <vt:i4>41</vt:i4>
  </property>
</Properties>
</file>